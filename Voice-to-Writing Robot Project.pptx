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3" r:id="rId4"/>
    <p:sldId id="265" r:id="rId5"/>
    <p:sldId id="267" r:id="rId6"/>
    <p:sldId id="269" r:id="rId7"/>
    <p:sldId id="272" r:id="rId8"/>
    <p:sldId id="271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285"/>
    <a:srgbClr val="064E8B"/>
    <a:srgbClr val="F15A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2232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3">
            <a:extLst>
              <a:ext uri="{FF2B5EF4-FFF2-40B4-BE49-F238E27FC236}">
                <a16:creationId xmlns:a16="http://schemas.microsoft.com/office/drawing/2014/main" id="{D97EB4BB-2EF6-658A-5DAD-A43E762F9C39}"/>
              </a:ext>
            </a:extLst>
          </p:cNvPr>
          <p:cNvSpPr/>
          <p:nvPr/>
        </p:nvSpPr>
        <p:spPr>
          <a:xfrm>
            <a:off x="1" y="8076"/>
            <a:ext cx="12191999" cy="6849925"/>
          </a:xfrm>
          <a:custGeom>
            <a:avLst/>
            <a:gdLst/>
            <a:ahLst/>
            <a:cxnLst/>
            <a:rect l="l" t="t" r="r" b="b"/>
            <a:pathLst>
              <a:path w="10666095" h="7551420">
                <a:moveTo>
                  <a:pt x="10665701" y="0"/>
                </a:moveTo>
                <a:lnTo>
                  <a:pt x="0" y="0"/>
                </a:lnTo>
                <a:lnTo>
                  <a:pt x="0" y="7550861"/>
                </a:lnTo>
                <a:lnTo>
                  <a:pt x="10665701" y="7550861"/>
                </a:lnTo>
                <a:lnTo>
                  <a:pt x="10665701" y="0"/>
                </a:lnTo>
                <a:close/>
              </a:path>
            </a:pathLst>
          </a:custGeom>
          <a:solidFill>
            <a:srgbClr val="F1F2F2"/>
          </a:solidFill>
        </p:spPr>
        <p:txBody>
          <a:bodyPr wrap="square" lIns="0" tIns="0" rIns="0" bIns="0" rtlCol="0"/>
          <a:lstStyle/>
          <a:p>
            <a:pPr algn="r" defTabSz="914377" rtl="1"/>
            <a:endParaRPr dirty="0"/>
          </a:p>
        </p:txBody>
      </p:sp>
      <p:grpSp>
        <p:nvGrpSpPr>
          <p:cNvPr id="12" name="object 16">
            <a:extLst>
              <a:ext uri="{FF2B5EF4-FFF2-40B4-BE49-F238E27FC236}">
                <a16:creationId xmlns:a16="http://schemas.microsoft.com/office/drawing/2014/main" id="{8A74CEFF-40B0-0B71-1D9B-8AC91F37097F}"/>
              </a:ext>
            </a:extLst>
          </p:cNvPr>
          <p:cNvGrpSpPr/>
          <p:nvPr/>
        </p:nvGrpSpPr>
        <p:grpSpPr>
          <a:xfrm>
            <a:off x="10205824" y="452744"/>
            <a:ext cx="1070111" cy="330711"/>
            <a:chOff x="11225438" y="-568480"/>
            <a:chExt cx="1179702" cy="364578"/>
          </a:xfrm>
        </p:grpSpPr>
        <p:sp>
          <p:nvSpPr>
            <p:cNvPr id="13" name="object 17">
              <a:extLst>
                <a:ext uri="{FF2B5EF4-FFF2-40B4-BE49-F238E27FC236}">
                  <a16:creationId xmlns:a16="http://schemas.microsoft.com/office/drawing/2014/main" id="{F234255F-89B5-2F0D-C883-290847399963}"/>
                </a:ext>
              </a:extLst>
            </p:cNvPr>
            <p:cNvSpPr/>
            <p:nvPr/>
          </p:nvSpPr>
          <p:spPr>
            <a:xfrm>
              <a:off x="12386725" y="-338552"/>
              <a:ext cx="18415" cy="125730"/>
            </a:xfrm>
            <a:custGeom>
              <a:avLst/>
              <a:gdLst/>
              <a:ahLst/>
              <a:cxnLst/>
              <a:rect l="l" t="t" r="r" b="b"/>
              <a:pathLst>
                <a:path w="18415" h="125729">
                  <a:moveTo>
                    <a:pt x="18034" y="0"/>
                  </a:moveTo>
                  <a:lnTo>
                    <a:pt x="0" y="0"/>
                  </a:lnTo>
                  <a:lnTo>
                    <a:pt x="0" y="125171"/>
                  </a:lnTo>
                  <a:lnTo>
                    <a:pt x="18034" y="125171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64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8">
              <a:extLst>
                <a:ext uri="{FF2B5EF4-FFF2-40B4-BE49-F238E27FC236}">
                  <a16:creationId xmlns:a16="http://schemas.microsoft.com/office/drawing/2014/main" id="{4A429E15-69B8-6B85-1C26-1A80B779F45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25438" y="-568480"/>
              <a:ext cx="1179130" cy="364578"/>
            </a:xfrm>
            <a:prstGeom prst="rect">
              <a:avLst/>
            </a:prstGeom>
          </p:spPr>
        </p:pic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4FA71EF-F2D7-9765-DD12-C5C89E30D610}"/>
              </a:ext>
            </a:extLst>
          </p:cNvPr>
          <p:cNvCxnSpPr>
            <a:cxnSpLocks/>
          </p:cNvCxnSpPr>
          <p:nvPr/>
        </p:nvCxnSpPr>
        <p:spPr>
          <a:xfrm>
            <a:off x="1092425" y="745188"/>
            <a:ext cx="8889775" cy="0"/>
          </a:xfrm>
          <a:prstGeom prst="line">
            <a:avLst/>
          </a:prstGeom>
          <a:ln w="28575">
            <a:solidFill>
              <a:srgbClr val="A7A9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291F5F4-B015-8D1A-716A-81459564DE67}"/>
              </a:ext>
            </a:extLst>
          </p:cNvPr>
          <p:cNvSpPr txBox="1">
            <a:spLocks/>
          </p:cNvSpPr>
          <p:nvPr/>
        </p:nvSpPr>
        <p:spPr>
          <a:xfrm>
            <a:off x="10631767" y="6305611"/>
            <a:ext cx="1089424" cy="4023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EB68D2-7CD7-404A-8B36-E85C0674529F}" type="datetimeFigureOut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9724C37-AB8B-2E7B-752A-F73C43380F83}"/>
              </a:ext>
            </a:extLst>
          </p:cNvPr>
          <p:cNvSpPr txBox="1">
            <a:spLocks/>
          </p:cNvSpPr>
          <p:nvPr/>
        </p:nvSpPr>
        <p:spPr>
          <a:xfrm>
            <a:off x="0" y="6287736"/>
            <a:ext cx="1027688" cy="397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CDE38A-599C-47B6-93B7-860B401EEEB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2" name="object 28">
            <a:extLst>
              <a:ext uri="{FF2B5EF4-FFF2-40B4-BE49-F238E27FC236}">
                <a16:creationId xmlns:a16="http://schemas.microsoft.com/office/drawing/2014/main" id="{1B84ACFB-3807-FB5C-EC63-924182FA4481}"/>
              </a:ext>
            </a:extLst>
          </p:cNvPr>
          <p:cNvGrpSpPr/>
          <p:nvPr userDrawn="1"/>
        </p:nvGrpSpPr>
        <p:grpSpPr>
          <a:xfrm flipH="1">
            <a:off x="0" y="6685483"/>
            <a:ext cx="12192000" cy="172519"/>
            <a:chOff x="0" y="7315631"/>
            <a:chExt cx="10685780" cy="244475"/>
          </a:xfrm>
        </p:grpSpPr>
        <p:sp>
          <p:nvSpPr>
            <p:cNvPr id="23" name="object 29">
              <a:extLst>
                <a:ext uri="{FF2B5EF4-FFF2-40B4-BE49-F238E27FC236}">
                  <a16:creationId xmlns:a16="http://schemas.microsoft.com/office/drawing/2014/main" id="{5C65385A-6C47-C36A-8C54-D6E560FB414B}"/>
                </a:ext>
              </a:extLst>
            </p:cNvPr>
            <p:cNvSpPr/>
            <p:nvPr/>
          </p:nvSpPr>
          <p:spPr>
            <a:xfrm>
              <a:off x="0" y="7315631"/>
              <a:ext cx="5255895" cy="244475"/>
            </a:xfrm>
            <a:custGeom>
              <a:avLst/>
              <a:gdLst/>
              <a:ahLst/>
              <a:cxnLst/>
              <a:rect l="l" t="t" r="r" b="b"/>
              <a:pathLst>
                <a:path w="5255895" h="244475">
                  <a:moveTo>
                    <a:pt x="0" y="0"/>
                  </a:moveTo>
                  <a:lnTo>
                    <a:pt x="5255526" y="0"/>
                  </a:lnTo>
                  <a:lnTo>
                    <a:pt x="5255526" y="244373"/>
                  </a:lnTo>
                  <a:lnTo>
                    <a:pt x="0" y="2443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30">
              <a:extLst>
                <a:ext uri="{FF2B5EF4-FFF2-40B4-BE49-F238E27FC236}">
                  <a16:creationId xmlns:a16="http://schemas.microsoft.com/office/drawing/2014/main" id="{AEA637F4-8196-280E-B5AE-E4A38E573A68}"/>
                </a:ext>
              </a:extLst>
            </p:cNvPr>
            <p:cNvSpPr/>
            <p:nvPr/>
          </p:nvSpPr>
          <p:spPr>
            <a:xfrm>
              <a:off x="5255526" y="7315631"/>
              <a:ext cx="5430520" cy="244475"/>
            </a:xfrm>
            <a:custGeom>
              <a:avLst/>
              <a:gdLst/>
              <a:ahLst/>
              <a:cxnLst/>
              <a:rect l="l" t="t" r="r" b="b"/>
              <a:pathLst>
                <a:path w="5430520" h="244475">
                  <a:moveTo>
                    <a:pt x="5429897" y="0"/>
                  </a:moveTo>
                  <a:lnTo>
                    <a:pt x="0" y="0"/>
                  </a:lnTo>
                  <a:lnTo>
                    <a:pt x="0" y="244373"/>
                  </a:lnTo>
                  <a:lnTo>
                    <a:pt x="5429897" y="244373"/>
                  </a:lnTo>
                  <a:lnTo>
                    <a:pt x="5429897" y="0"/>
                  </a:lnTo>
                  <a:close/>
                </a:path>
              </a:pathLst>
            </a:custGeom>
            <a:solidFill>
              <a:srgbClr val="F15A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164EEF-5162-7DA8-4D5D-87A22B97A5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4027" y="2762776"/>
            <a:ext cx="10497638" cy="2956678"/>
          </a:xfrm>
          <a:prstGeom prst="rect">
            <a:avLst/>
          </a:prstGeo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0FF7C350-36B4-6277-F4BF-3CF0752DB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065" y="1138545"/>
            <a:ext cx="10515600" cy="1325563"/>
          </a:xfrm>
          <a:prstGeom prst="rect">
            <a:avLst/>
          </a:prstGeom>
        </p:spPr>
        <p:txBody>
          <a:bodyPr/>
          <a:lstStyle>
            <a:lvl1pPr algn="r" rtl="1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2385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3">
            <a:extLst>
              <a:ext uri="{FF2B5EF4-FFF2-40B4-BE49-F238E27FC236}">
                <a16:creationId xmlns:a16="http://schemas.microsoft.com/office/drawing/2014/main" id="{D97EB4BB-2EF6-658A-5DAD-A43E762F9C39}"/>
              </a:ext>
            </a:extLst>
          </p:cNvPr>
          <p:cNvSpPr/>
          <p:nvPr/>
        </p:nvSpPr>
        <p:spPr>
          <a:xfrm>
            <a:off x="1" y="8076"/>
            <a:ext cx="12191999" cy="6849925"/>
          </a:xfrm>
          <a:custGeom>
            <a:avLst/>
            <a:gdLst/>
            <a:ahLst/>
            <a:cxnLst/>
            <a:rect l="l" t="t" r="r" b="b"/>
            <a:pathLst>
              <a:path w="10666095" h="7551420">
                <a:moveTo>
                  <a:pt x="10665701" y="0"/>
                </a:moveTo>
                <a:lnTo>
                  <a:pt x="0" y="0"/>
                </a:lnTo>
                <a:lnTo>
                  <a:pt x="0" y="7550861"/>
                </a:lnTo>
                <a:lnTo>
                  <a:pt x="10665701" y="7550861"/>
                </a:lnTo>
                <a:lnTo>
                  <a:pt x="10665701" y="0"/>
                </a:lnTo>
                <a:close/>
              </a:path>
            </a:pathLst>
          </a:custGeom>
          <a:solidFill>
            <a:srgbClr val="F1F2F2"/>
          </a:solidFill>
        </p:spPr>
        <p:txBody>
          <a:bodyPr wrap="square" lIns="0" tIns="0" rIns="0" bIns="0" rtlCol="0"/>
          <a:lstStyle/>
          <a:p>
            <a:pPr algn="r" defTabSz="914377" rtl="1"/>
            <a:endParaRPr dirty="0"/>
          </a:p>
        </p:txBody>
      </p:sp>
      <p:grpSp>
        <p:nvGrpSpPr>
          <p:cNvPr id="12" name="object 16">
            <a:extLst>
              <a:ext uri="{FF2B5EF4-FFF2-40B4-BE49-F238E27FC236}">
                <a16:creationId xmlns:a16="http://schemas.microsoft.com/office/drawing/2014/main" id="{8A74CEFF-40B0-0B71-1D9B-8AC91F37097F}"/>
              </a:ext>
            </a:extLst>
          </p:cNvPr>
          <p:cNvGrpSpPr/>
          <p:nvPr/>
        </p:nvGrpSpPr>
        <p:grpSpPr>
          <a:xfrm>
            <a:off x="10205824" y="452744"/>
            <a:ext cx="1070111" cy="330711"/>
            <a:chOff x="11225438" y="-568480"/>
            <a:chExt cx="1179702" cy="364578"/>
          </a:xfrm>
        </p:grpSpPr>
        <p:sp>
          <p:nvSpPr>
            <p:cNvPr id="13" name="object 17">
              <a:extLst>
                <a:ext uri="{FF2B5EF4-FFF2-40B4-BE49-F238E27FC236}">
                  <a16:creationId xmlns:a16="http://schemas.microsoft.com/office/drawing/2014/main" id="{F234255F-89B5-2F0D-C883-290847399963}"/>
                </a:ext>
              </a:extLst>
            </p:cNvPr>
            <p:cNvSpPr/>
            <p:nvPr/>
          </p:nvSpPr>
          <p:spPr>
            <a:xfrm>
              <a:off x="12386725" y="-338552"/>
              <a:ext cx="18415" cy="125730"/>
            </a:xfrm>
            <a:custGeom>
              <a:avLst/>
              <a:gdLst/>
              <a:ahLst/>
              <a:cxnLst/>
              <a:rect l="l" t="t" r="r" b="b"/>
              <a:pathLst>
                <a:path w="18415" h="125729">
                  <a:moveTo>
                    <a:pt x="18034" y="0"/>
                  </a:moveTo>
                  <a:lnTo>
                    <a:pt x="0" y="0"/>
                  </a:lnTo>
                  <a:lnTo>
                    <a:pt x="0" y="125171"/>
                  </a:lnTo>
                  <a:lnTo>
                    <a:pt x="18034" y="125171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64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8">
              <a:extLst>
                <a:ext uri="{FF2B5EF4-FFF2-40B4-BE49-F238E27FC236}">
                  <a16:creationId xmlns:a16="http://schemas.microsoft.com/office/drawing/2014/main" id="{4A429E15-69B8-6B85-1C26-1A80B779F45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25438" y="-568480"/>
              <a:ext cx="1179130" cy="364578"/>
            </a:xfrm>
            <a:prstGeom prst="rect">
              <a:avLst/>
            </a:prstGeom>
          </p:spPr>
        </p:pic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4FA71EF-F2D7-9765-DD12-C5C89E30D610}"/>
              </a:ext>
            </a:extLst>
          </p:cNvPr>
          <p:cNvCxnSpPr>
            <a:cxnSpLocks/>
          </p:cNvCxnSpPr>
          <p:nvPr/>
        </p:nvCxnSpPr>
        <p:spPr>
          <a:xfrm>
            <a:off x="1092425" y="745188"/>
            <a:ext cx="8889775" cy="0"/>
          </a:xfrm>
          <a:prstGeom prst="line">
            <a:avLst/>
          </a:prstGeom>
          <a:ln w="28575">
            <a:solidFill>
              <a:srgbClr val="A7A9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291F5F4-B015-8D1A-716A-81459564DE67}"/>
              </a:ext>
            </a:extLst>
          </p:cNvPr>
          <p:cNvSpPr txBox="1">
            <a:spLocks/>
          </p:cNvSpPr>
          <p:nvPr/>
        </p:nvSpPr>
        <p:spPr>
          <a:xfrm>
            <a:off x="10631767" y="6305611"/>
            <a:ext cx="1089424" cy="4023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EB68D2-7CD7-404A-8B36-E85C0674529F}" type="datetimeFigureOut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9724C37-AB8B-2E7B-752A-F73C43380F83}"/>
              </a:ext>
            </a:extLst>
          </p:cNvPr>
          <p:cNvSpPr txBox="1">
            <a:spLocks/>
          </p:cNvSpPr>
          <p:nvPr/>
        </p:nvSpPr>
        <p:spPr>
          <a:xfrm>
            <a:off x="0" y="6287736"/>
            <a:ext cx="1027688" cy="397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CDE38A-599C-47B6-93B7-860B401EEEB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2" name="object 28">
            <a:extLst>
              <a:ext uri="{FF2B5EF4-FFF2-40B4-BE49-F238E27FC236}">
                <a16:creationId xmlns:a16="http://schemas.microsoft.com/office/drawing/2014/main" id="{1B84ACFB-3807-FB5C-EC63-924182FA4481}"/>
              </a:ext>
            </a:extLst>
          </p:cNvPr>
          <p:cNvGrpSpPr/>
          <p:nvPr userDrawn="1"/>
        </p:nvGrpSpPr>
        <p:grpSpPr>
          <a:xfrm>
            <a:off x="0" y="6685483"/>
            <a:ext cx="12192000" cy="172519"/>
            <a:chOff x="0" y="7315631"/>
            <a:chExt cx="10685780" cy="244475"/>
          </a:xfrm>
        </p:grpSpPr>
        <p:sp>
          <p:nvSpPr>
            <p:cNvPr id="23" name="object 29">
              <a:extLst>
                <a:ext uri="{FF2B5EF4-FFF2-40B4-BE49-F238E27FC236}">
                  <a16:creationId xmlns:a16="http://schemas.microsoft.com/office/drawing/2014/main" id="{5C65385A-6C47-C36A-8C54-D6E560FB414B}"/>
                </a:ext>
              </a:extLst>
            </p:cNvPr>
            <p:cNvSpPr/>
            <p:nvPr/>
          </p:nvSpPr>
          <p:spPr>
            <a:xfrm>
              <a:off x="0" y="7315631"/>
              <a:ext cx="5255895" cy="244475"/>
            </a:xfrm>
            <a:custGeom>
              <a:avLst/>
              <a:gdLst/>
              <a:ahLst/>
              <a:cxnLst/>
              <a:rect l="l" t="t" r="r" b="b"/>
              <a:pathLst>
                <a:path w="5255895" h="244475">
                  <a:moveTo>
                    <a:pt x="0" y="0"/>
                  </a:moveTo>
                  <a:lnTo>
                    <a:pt x="5255526" y="0"/>
                  </a:lnTo>
                  <a:lnTo>
                    <a:pt x="5255526" y="244373"/>
                  </a:lnTo>
                  <a:lnTo>
                    <a:pt x="0" y="2443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30">
              <a:extLst>
                <a:ext uri="{FF2B5EF4-FFF2-40B4-BE49-F238E27FC236}">
                  <a16:creationId xmlns:a16="http://schemas.microsoft.com/office/drawing/2014/main" id="{AEA637F4-8196-280E-B5AE-E4A38E573A68}"/>
                </a:ext>
              </a:extLst>
            </p:cNvPr>
            <p:cNvSpPr/>
            <p:nvPr/>
          </p:nvSpPr>
          <p:spPr>
            <a:xfrm>
              <a:off x="5255526" y="7315631"/>
              <a:ext cx="5430520" cy="244475"/>
            </a:xfrm>
            <a:custGeom>
              <a:avLst/>
              <a:gdLst/>
              <a:ahLst/>
              <a:cxnLst/>
              <a:rect l="l" t="t" r="r" b="b"/>
              <a:pathLst>
                <a:path w="5430520" h="244475">
                  <a:moveTo>
                    <a:pt x="5429897" y="0"/>
                  </a:moveTo>
                  <a:lnTo>
                    <a:pt x="0" y="0"/>
                  </a:lnTo>
                  <a:lnTo>
                    <a:pt x="0" y="244373"/>
                  </a:lnTo>
                  <a:lnTo>
                    <a:pt x="5429897" y="244373"/>
                  </a:lnTo>
                  <a:lnTo>
                    <a:pt x="5429897" y="0"/>
                  </a:lnTo>
                  <a:close/>
                </a:path>
              </a:pathLst>
            </a:custGeom>
            <a:solidFill>
              <a:srgbClr val="F15A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90E186C-EE6F-6BEA-6BFC-8CFC410243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4027" y="2762776"/>
            <a:ext cx="10497638" cy="2956678"/>
          </a:xfrm>
          <a:prstGeom prst="rect">
            <a:avLst/>
          </a:prstGeo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DB309AD4-E031-0A33-79BE-586BF78C2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065" y="1138545"/>
            <a:ext cx="10515600" cy="1325563"/>
          </a:xfrm>
          <a:prstGeom prst="rect">
            <a:avLst/>
          </a:prstGeom>
        </p:spPr>
        <p:txBody>
          <a:bodyPr/>
          <a:lstStyle>
            <a:lvl1pPr algn="r" rtl="1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716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456E1EAE-DC19-2AFD-DD61-22C1CAEBF6D8}"/>
              </a:ext>
            </a:extLst>
          </p:cNvPr>
          <p:cNvSpPr/>
          <p:nvPr/>
        </p:nvSpPr>
        <p:spPr>
          <a:xfrm>
            <a:off x="0" y="4208907"/>
            <a:ext cx="12192000" cy="2649093"/>
          </a:xfrm>
          <a:custGeom>
            <a:avLst/>
            <a:gdLst/>
            <a:ahLst/>
            <a:cxnLst/>
            <a:rect l="l" t="t" r="r" b="b"/>
            <a:pathLst>
              <a:path w="10692130" h="3348354">
                <a:moveTo>
                  <a:pt x="0" y="3348316"/>
                </a:moveTo>
                <a:lnTo>
                  <a:pt x="10692003" y="3348316"/>
                </a:lnTo>
                <a:lnTo>
                  <a:pt x="10692003" y="0"/>
                </a:lnTo>
                <a:lnTo>
                  <a:pt x="0" y="0"/>
                </a:lnTo>
                <a:lnTo>
                  <a:pt x="0" y="3348316"/>
                </a:lnTo>
                <a:close/>
              </a:path>
            </a:pathLst>
          </a:custGeom>
          <a:solidFill>
            <a:srgbClr val="F1F2F2"/>
          </a:solidFill>
        </p:spPr>
        <p:txBody>
          <a:bodyPr wrap="square" lIns="0" tIns="0" rIns="0" bIns="0" rtlCol="0"/>
          <a:lstStyle/>
          <a:p>
            <a:pPr algn="r" defTabSz="914377" rtl="1"/>
            <a:endParaRPr/>
          </a:p>
        </p:txBody>
      </p:sp>
      <p:grpSp>
        <p:nvGrpSpPr>
          <p:cNvPr id="10" name="object 3">
            <a:extLst>
              <a:ext uri="{FF2B5EF4-FFF2-40B4-BE49-F238E27FC236}">
                <a16:creationId xmlns:a16="http://schemas.microsoft.com/office/drawing/2014/main" id="{F56D8160-0E0C-4B06-B3A9-75FDC83B4DE8}"/>
              </a:ext>
            </a:extLst>
          </p:cNvPr>
          <p:cNvGrpSpPr/>
          <p:nvPr/>
        </p:nvGrpSpPr>
        <p:grpSpPr>
          <a:xfrm>
            <a:off x="0" y="-26387"/>
            <a:ext cx="12192000" cy="4808437"/>
            <a:chOff x="0" y="-26388"/>
            <a:chExt cx="12192000" cy="4808437"/>
          </a:xfrm>
        </p:grpSpPr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71A7D6C7-6652-6CFB-2A4E-C68DB43548D9}"/>
                </a:ext>
              </a:extLst>
            </p:cNvPr>
            <p:cNvSpPr/>
            <p:nvPr/>
          </p:nvSpPr>
          <p:spPr>
            <a:xfrm>
              <a:off x="0" y="-26388"/>
              <a:ext cx="12192000" cy="4209415"/>
            </a:xfrm>
            <a:custGeom>
              <a:avLst/>
              <a:gdLst/>
              <a:ahLst/>
              <a:cxnLst/>
              <a:rect l="l" t="t" r="r" b="b"/>
              <a:pathLst>
                <a:path w="10692130" h="4209415">
                  <a:moveTo>
                    <a:pt x="10692003" y="0"/>
                  </a:moveTo>
                  <a:lnTo>
                    <a:pt x="0" y="0"/>
                  </a:lnTo>
                  <a:lnTo>
                    <a:pt x="0" y="4208907"/>
                  </a:lnTo>
                  <a:lnTo>
                    <a:pt x="10692003" y="4208907"/>
                  </a:lnTo>
                  <a:lnTo>
                    <a:pt x="10692003" y="0"/>
                  </a:lnTo>
                  <a:close/>
                </a:path>
              </a:pathLst>
            </a:custGeom>
            <a:solidFill>
              <a:srgbClr val="064E8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D128E9A3-DD22-9443-275B-791827E5E7D5}"/>
                </a:ext>
              </a:extLst>
            </p:cNvPr>
            <p:cNvSpPr/>
            <p:nvPr/>
          </p:nvSpPr>
          <p:spPr>
            <a:xfrm>
              <a:off x="1876076" y="2769099"/>
              <a:ext cx="5192395" cy="2012950"/>
            </a:xfrm>
            <a:custGeom>
              <a:avLst/>
              <a:gdLst/>
              <a:ahLst/>
              <a:cxnLst/>
              <a:rect l="l" t="t" r="r" b="b"/>
              <a:pathLst>
                <a:path w="5192395" h="2012950">
                  <a:moveTo>
                    <a:pt x="2012416" y="1006246"/>
                  </a:moveTo>
                  <a:lnTo>
                    <a:pt x="2011248" y="957491"/>
                  </a:lnTo>
                  <a:lnTo>
                    <a:pt x="2007806" y="909345"/>
                  </a:lnTo>
                  <a:lnTo>
                    <a:pt x="2002129" y="861834"/>
                  </a:lnTo>
                  <a:lnTo>
                    <a:pt x="1994268" y="815035"/>
                  </a:lnTo>
                  <a:lnTo>
                    <a:pt x="1984286" y="768985"/>
                  </a:lnTo>
                  <a:lnTo>
                    <a:pt x="1972221" y="723760"/>
                  </a:lnTo>
                  <a:lnTo>
                    <a:pt x="1958149" y="679386"/>
                  </a:lnTo>
                  <a:lnTo>
                    <a:pt x="1942096" y="635927"/>
                  </a:lnTo>
                  <a:lnTo>
                    <a:pt x="1924126" y="593445"/>
                  </a:lnTo>
                  <a:lnTo>
                    <a:pt x="1904301" y="551980"/>
                  </a:lnTo>
                  <a:lnTo>
                    <a:pt x="1882660" y="511581"/>
                  </a:lnTo>
                  <a:lnTo>
                    <a:pt x="1859254" y="472313"/>
                  </a:lnTo>
                  <a:lnTo>
                    <a:pt x="1834146" y="434225"/>
                  </a:lnTo>
                  <a:lnTo>
                    <a:pt x="1807387" y="397370"/>
                  </a:lnTo>
                  <a:lnTo>
                    <a:pt x="1779041" y="361797"/>
                  </a:lnTo>
                  <a:lnTo>
                    <a:pt x="1749132" y="327558"/>
                  </a:lnTo>
                  <a:lnTo>
                    <a:pt x="1717725" y="294716"/>
                  </a:lnTo>
                  <a:lnTo>
                    <a:pt x="1684883" y="263309"/>
                  </a:lnTo>
                  <a:lnTo>
                    <a:pt x="1650644" y="233400"/>
                  </a:lnTo>
                  <a:lnTo>
                    <a:pt x="1615084" y="205041"/>
                  </a:lnTo>
                  <a:lnTo>
                    <a:pt x="1578229" y="178282"/>
                  </a:lnTo>
                  <a:lnTo>
                    <a:pt x="1540141" y="153174"/>
                  </a:lnTo>
                  <a:lnTo>
                    <a:pt x="1500873" y="129768"/>
                  </a:lnTo>
                  <a:lnTo>
                    <a:pt x="1460474" y="108127"/>
                  </a:lnTo>
                  <a:lnTo>
                    <a:pt x="1419009" y="88303"/>
                  </a:lnTo>
                  <a:lnTo>
                    <a:pt x="1376527" y="70332"/>
                  </a:lnTo>
                  <a:lnTo>
                    <a:pt x="1333068" y="54279"/>
                  </a:lnTo>
                  <a:lnTo>
                    <a:pt x="1288707" y="40195"/>
                  </a:lnTo>
                  <a:lnTo>
                    <a:pt x="1243469" y="28130"/>
                  </a:lnTo>
                  <a:lnTo>
                    <a:pt x="1197432" y="18148"/>
                  </a:lnTo>
                  <a:lnTo>
                    <a:pt x="1150620" y="10287"/>
                  </a:lnTo>
                  <a:lnTo>
                    <a:pt x="1103122" y="4610"/>
                  </a:lnTo>
                  <a:lnTo>
                    <a:pt x="1054963" y="1168"/>
                  </a:lnTo>
                  <a:lnTo>
                    <a:pt x="1006208" y="0"/>
                  </a:lnTo>
                  <a:lnTo>
                    <a:pt x="957440" y="1168"/>
                  </a:lnTo>
                  <a:lnTo>
                    <a:pt x="909281" y="4610"/>
                  </a:lnTo>
                  <a:lnTo>
                    <a:pt x="861783" y="10287"/>
                  </a:lnTo>
                  <a:lnTo>
                    <a:pt x="814984" y="18148"/>
                  </a:lnTo>
                  <a:lnTo>
                    <a:pt x="768934" y="28130"/>
                  </a:lnTo>
                  <a:lnTo>
                    <a:pt x="723709" y="40195"/>
                  </a:lnTo>
                  <a:lnTo>
                    <a:pt x="679335" y="54279"/>
                  </a:lnTo>
                  <a:lnTo>
                    <a:pt x="635876" y="70332"/>
                  </a:lnTo>
                  <a:lnTo>
                    <a:pt x="593394" y="88303"/>
                  </a:lnTo>
                  <a:lnTo>
                    <a:pt x="551929" y="108127"/>
                  </a:lnTo>
                  <a:lnTo>
                    <a:pt x="511543" y="129768"/>
                  </a:lnTo>
                  <a:lnTo>
                    <a:pt x="472274" y="153174"/>
                  </a:lnTo>
                  <a:lnTo>
                    <a:pt x="434187" y="178282"/>
                  </a:lnTo>
                  <a:lnTo>
                    <a:pt x="397332" y="205041"/>
                  </a:lnTo>
                  <a:lnTo>
                    <a:pt x="361759" y="233400"/>
                  </a:lnTo>
                  <a:lnTo>
                    <a:pt x="327520" y="263309"/>
                  </a:lnTo>
                  <a:lnTo>
                    <a:pt x="294678" y="294716"/>
                  </a:lnTo>
                  <a:lnTo>
                    <a:pt x="263283" y="327558"/>
                  </a:lnTo>
                  <a:lnTo>
                    <a:pt x="233375" y="361797"/>
                  </a:lnTo>
                  <a:lnTo>
                    <a:pt x="205016" y="397370"/>
                  </a:lnTo>
                  <a:lnTo>
                    <a:pt x="178257" y="434225"/>
                  </a:lnTo>
                  <a:lnTo>
                    <a:pt x="153149" y="472313"/>
                  </a:lnTo>
                  <a:lnTo>
                    <a:pt x="129743" y="511581"/>
                  </a:lnTo>
                  <a:lnTo>
                    <a:pt x="108102" y="551980"/>
                  </a:lnTo>
                  <a:lnTo>
                    <a:pt x="88277" y="593445"/>
                  </a:lnTo>
                  <a:lnTo>
                    <a:pt x="70307" y="635927"/>
                  </a:lnTo>
                  <a:lnTo>
                    <a:pt x="54254" y="679386"/>
                  </a:lnTo>
                  <a:lnTo>
                    <a:pt x="40182" y="723760"/>
                  </a:lnTo>
                  <a:lnTo>
                    <a:pt x="28117" y="768985"/>
                  </a:lnTo>
                  <a:lnTo>
                    <a:pt x="18135" y="815035"/>
                  </a:lnTo>
                  <a:lnTo>
                    <a:pt x="10274" y="861834"/>
                  </a:lnTo>
                  <a:lnTo>
                    <a:pt x="4597" y="909345"/>
                  </a:lnTo>
                  <a:lnTo>
                    <a:pt x="1155" y="957491"/>
                  </a:lnTo>
                  <a:lnTo>
                    <a:pt x="0" y="1006246"/>
                  </a:lnTo>
                  <a:lnTo>
                    <a:pt x="1155" y="1055014"/>
                  </a:lnTo>
                  <a:lnTo>
                    <a:pt x="4597" y="1103172"/>
                  </a:lnTo>
                  <a:lnTo>
                    <a:pt x="10274" y="1150670"/>
                  </a:lnTo>
                  <a:lnTo>
                    <a:pt x="18135" y="1197470"/>
                  </a:lnTo>
                  <a:lnTo>
                    <a:pt x="28117" y="1243520"/>
                  </a:lnTo>
                  <a:lnTo>
                    <a:pt x="40182" y="1288745"/>
                  </a:lnTo>
                  <a:lnTo>
                    <a:pt x="54254" y="1333119"/>
                  </a:lnTo>
                  <a:lnTo>
                    <a:pt x="70307" y="1376578"/>
                  </a:lnTo>
                  <a:lnTo>
                    <a:pt x="88277" y="1419059"/>
                  </a:lnTo>
                  <a:lnTo>
                    <a:pt x="108102" y="1460525"/>
                  </a:lnTo>
                  <a:lnTo>
                    <a:pt x="129743" y="1500911"/>
                  </a:lnTo>
                  <a:lnTo>
                    <a:pt x="153149" y="1540179"/>
                  </a:lnTo>
                  <a:lnTo>
                    <a:pt x="178257" y="1578267"/>
                  </a:lnTo>
                  <a:lnTo>
                    <a:pt x="205016" y="1615109"/>
                  </a:lnTo>
                  <a:lnTo>
                    <a:pt x="233375" y="1650682"/>
                  </a:lnTo>
                  <a:lnTo>
                    <a:pt x="263283" y="1684921"/>
                  </a:lnTo>
                  <a:lnTo>
                    <a:pt x="294678" y="1717763"/>
                  </a:lnTo>
                  <a:lnTo>
                    <a:pt x="327520" y="1749158"/>
                  </a:lnTo>
                  <a:lnTo>
                    <a:pt x="361759" y="1779066"/>
                  </a:lnTo>
                  <a:lnTo>
                    <a:pt x="397332" y="1807425"/>
                  </a:lnTo>
                  <a:lnTo>
                    <a:pt x="434187" y="1834172"/>
                  </a:lnTo>
                  <a:lnTo>
                    <a:pt x="472274" y="1859280"/>
                  </a:lnTo>
                  <a:lnTo>
                    <a:pt x="511543" y="1882673"/>
                  </a:lnTo>
                  <a:lnTo>
                    <a:pt x="551929" y="1904314"/>
                  </a:lnTo>
                  <a:lnTo>
                    <a:pt x="593394" y="1924151"/>
                  </a:lnTo>
                  <a:lnTo>
                    <a:pt x="635876" y="1942109"/>
                  </a:lnTo>
                  <a:lnTo>
                    <a:pt x="679335" y="1958162"/>
                  </a:lnTo>
                  <a:lnTo>
                    <a:pt x="723709" y="1972246"/>
                  </a:lnTo>
                  <a:lnTo>
                    <a:pt x="768934" y="1984298"/>
                  </a:lnTo>
                  <a:lnTo>
                    <a:pt x="814984" y="1994281"/>
                  </a:lnTo>
                  <a:lnTo>
                    <a:pt x="861783" y="2002142"/>
                  </a:lnTo>
                  <a:lnTo>
                    <a:pt x="909281" y="2007819"/>
                  </a:lnTo>
                  <a:lnTo>
                    <a:pt x="957440" y="2011260"/>
                  </a:lnTo>
                  <a:lnTo>
                    <a:pt x="1006208" y="2012416"/>
                  </a:lnTo>
                  <a:lnTo>
                    <a:pt x="1054963" y="2011260"/>
                  </a:lnTo>
                  <a:lnTo>
                    <a:pt x="1103122" y="2007819"/>
                  </a:lnTo>
                  <a:lnTo>
                    <a:pt x="1150620" y="2002142"/>
                  </a:lnTo>
                  <a:lnTo>
                    <a:pt x="1197432" y="1994281"/>
                  </a:lnTo>
                  <a:lnTo>
                    <a:pt x="1243469" y="1984298"/>
                  </a:lnTo>
                  <a:lnTo>
                    <a:pt x="1288707" y="1972246"/>
                  </a:lnTo>
                  <a:lnTo>
                    <a:pt x="1333068" y="1958162"/>
                  </a:lnTo>
                  <a:lnTo>
                    <a:pt x="1376527" y="1942109"/>
                  </a:lnTo>
                  <a:lnTo>
                    <a:pt x="1419009" y="1924151"/>
                  </a:lnTo>
                  <a:lnTo>
                    <a:pt x="1460474" y="1904314"/>
                  </a:lnTo>
                  <a:lnTo>
                    <a:pt x="1500873" y="1882673"/>
                  </a:lnTo>
                  <a:lnTo>
                    <a:pt x="1540141" y="1859280"/>
                  </a:lnTo>
                  <a:lnTo>
                    <a:pt x="1578229" y="1834172"/>
                  </a:lnTo>
                  <a:lnTo>
                    <a:pt x="1615084" y="1807425"/>
                  </a:lnTo>
                  <a:lnTo>
                    <a:pt x="1650644" y="1779066"/>
                  </a:lnTo>
                  <a:lnTo>
                    <a:pt x="1684883" y="1749158"/>
                  </a:lnTo>
                  <a:lnTo>
                    <a:pt x="1717725" y="1717763"/>
                  </a:lnTo>
                  <a:lnTo>
                    <a:pt x="1749132" y="1684921"/>
                  </a:lnTo>
                  <a:lnTo>
                    <a:pt x="1779041" y="1650682"/>
                  </a:lnTo>
                  <a:lnTo>
                    <a:pt x="1807387" y="1615109"/>
                  </a:lnTo>
                  <a:lnTo>
                    <a:pt x="1834146" y="1578267"/>
                  </a:lnTo>
                  <a:lnTo>
                    <a:pt x="1859254" y="1540179"/>
                  </a:lnTo>
                  <a:lnTo>
                    <a:pt x="1882660" y="1500911"/>
                  </a:lnTo>
                  <a:lnTo>
                    <a:pt x="1904301" y="1460525"/>
                  </a:lnTo>
                  <a:lnTo>
                    <a:pt x="1924126" y="1419059"/>
                  </a:lnTo>
                  <a:lnTo>
                    <a:pt x="1942096" y="1376578"/>
                  </a:lnTo>
                  <a:lnTo>
                    <a:pt x="1958149" y="1333119"/>
                  </a:lnTo>
                  <a:lnTo>
                    <a:pt x="1972221" y="1288745"/>
                  </a:lnTo>
                  <a:lnTo>
                    <a:pt x="1984286" y="1243520"/>
                  </a:lnTo>
                  <a:lnTo>
                    <a:pt x="1994268" y="1197470"/>
                  </a:lnTo>
                  <a:lnTo>
                    <a:pt x="2002129" y="1150670"/>
                  </a:lnTo>
                  <a:lnTo>
                    <a:pt x="2007806" y="1103172"/>
                  </a:lnTo>
                  <a:lnTo>
                    <a:pt x="2011248" y="1055014"/>
                  </a:lnTo>
                  <a:lnTo>
                    <a:pt x="2012416" y="1006246"/>
                  </a:lnTo>
                  <a:close/>
                </a:path>
                <a:path w="5192395" h="2012950">
                  <a:moveTo>
                    <a:pt x="5192268" y="1006246"/>
                  </a:moveTo>
                  <a:lnTo>
                    <a:pt x="5191112" y="957491"/>
                  </a:lnTo>
                  <a:lnTo>
                    <a:pt x="5187670" y="909345"/>
                  </a:lnTo>
                  <a:lnTo>
                    <a:pt x="5181993" y="861834"/>
                  </a:lnTo>
                  <a:lnTo>
                    <a:pt x="5174132" y="815035"/>
                  </a:lnTo>
                  <a:lnTo>
                    <a:pt x="5164150" y="768985"/>
                  </a:lnTo>
                  <a:lnTo>
                    <a:pt x="5152085" y="723760"/>
                  </a:lnTo>
                  <a:lnTo>
                    <a:pt x="5138001" y="679386"/>
                  </a:lnTo>
                  <a:lnTo>
                    <a:pt x="5121961" y="635927"/>
                  </a:lnTo>
                  <a:lnTo>
                    <a:pt x="5103990" y="593445"/>
                  </a:lnTo>
                  <a:lnTo>
                    <a:pt x="5084153" y="551980"/>
                  </a:lnTo>
                  <a:lnTo>
                    <a:pt x="5062512" y="511581"/>
                  </a:lnTo>
                  <a:lnTo>
                    <a:pt x="5039118" y="472313"/>
                  </a:lnTo>
                  <a:lnTo>
                    <a:pt x="5014011" y="434225"/>
                  </a:lnTo>
                  <a:lnTo>
                    <a:pt x="4987252" y="397370"/>
                  </a:lnTo>
                  <a:lnTo>
                    <a:pt x="4958893" y="361797"/>
                  </a:lnTo>
                  <a:lnTo>
                    <a:pt x="4928984" y="327558"/>
                  </a:lnTo>
                  <a:lnTo>
                    <a:pt x="4897590" y="294716"/>
                  </a:lnTo>
                  <a:lnTo>
                    <a:pt x="4864735" y="263309"/>
                  </a:lnTo>
                  <a:lnTo>
                    <a:pt x="4830508" y="233400"/>
                  </a:lnTo>
                  <a:lnTo>
                    <a:pt x="4794936" y="205041"/>
                  </a:lnTo>
                  <a:lnTo>
                    <a:pt x="4758080" y="178282"/>
                  </a:lnTo>
                  <a:lnTo>
                    <a:pt x="4719993" y="153174"/>
                  </a:lnTo>
                  <a:lnTo>
                    <a:pt x="4680724" y="129768"/>
                  </a:lnTo>
                  <a:lnTo>
                    <a:pt x="4640338" y="108127"/>
                  </a:lnTo>
                  <a:lnTo>
                    <a:pt x="4598873" y="88303"/>
                  </a:lnTo>
                  <a:lnTo>
                    <a:pt x="4556379" y="70332"/>
                  </a:lnTo>
                  <a:lnTo>
                    <a:pt x="4512932" y="54279"/>
                  </a:lnTo>
                  <a:lnTo>
                    <a:pt x="4468558" y="40195"/>
                  </a:lnTo>
                  <a:lnTo>
                    <a:pt x="4423321" y="28130"/>
                  </a:lnTo>
                  <a:lnTo>
                    <a:pt x="4377283" y="18148"/>
                  </a:lnTo>
                  <a:lnTo>
                    <a:pt x="4330484" y="10287"/>
                  </a:lnTo>
                  <a:lnTo>
                    <a:pt x="4282973" y="4610"/>
                  </a:lnTo>
                  <a:lnTo>
                    <a:pt x="4234815" y="1168"/>
                  </a:lnTo>
                  <a:lnTo>
                    <a:pt x="4186059" y="0"/>
                  </a:lnTo>
                  <a:lnTo>
                    <a:pt x="4137304" y="1168"/>
                  </a:lnTo>
                  <a:lnTo>
                    <a:pt x="4089146" y="4610"/>
                  </a:lnTo>
                  <a:lnTo>
                    <a:pt x="4041648" y="10287"/>
                  </a:lnTo>
                  <a:lnTo>
                    <a:pt x="3994848" y="18148"/>
                  </a:lnTo>
                  <a:lnTo>
                    <a:pt x="3948798" y="28130"/>
                  </a:lnTo>
                  <a:lnTo>
                    <a:pt x="3903561" y="40195"/>
                  </a:lnTo>
                  <a:lnTo>
                    <a:pt x="3859199" y="54279"/>
                  </a:lnTo>
                  <a:lnTo>
                    <a:pt x="3815740" y="70332"/>
                  </a:lnTo>
                  <a:lnTo>
                    <a:pt x="3773259" y="88303"/>
                  </a:lnTo>
                  <a:lnTo>
                    <a:pt x="3731793" y="108127"/>
                  </a:lnTo>
                  <a:lnTo>
                    <a:pt x="3691394" y="129768"/>
                  </a:lnTo>
                  <a:lnTo>
                    <a:pt x="3652139" y="153174"/>
                  </a:lnTo>
                  <a:lnTo>
                    <a:pt x="3614051" y="178282"/>
                  </a:lnTo>
                  <a:lnTo>
                    <a:pt x="3577196" y="205041"/>
                  </a:lnTo>
                  <a:lnTo>
                    <a:pt x="3541623" y="233400"/>
                  </a:lnTo>
                  <a:lnTo>
                    <a:pt x="3507384" y="263309"/>
                  </a:lnTo>
                  <a:lnTo>
                    <a:pt x="3474542" y="294716"/>
                  </a:lnTo>
                  <a:lnTo>
                    <a:pt x="3443135" y="327558"/>
                  </a:lnTo>
                  <a:lnTo>
                    <a:pt x="3413239" y="361797"/>
                  </a:lnTo>
                  <a:lnTo>
                    <a:pt x="3384880" y="397370"/>
                  </a:lnTo>
                  <a:lnTo>
                    <a:pt x="3358121" y="434225"/>
                  </a:lnTo>
                  <a:lnTo>
                    <a:pt x="3333013" y="472313"/>
                  </a:lnTo>
                  <a:lnTo>
                    <a:pt x="3309607" y="511581"/>
                  </a:lnTo>
                  <a:lnTo>
                    <a:pt x="3287966" y="551980"/>
                  </a:lnTo>
                  <a:lnTo>
                    <a:pt x="3268141" y="593445"/>
                  </a:lnTo>
                  <a:lnTo>
                    <a:pt x="3250171" y="635927"/>
                  </a:lnTo>
                  <a:lnTo>
                    <a:pt x="3234118" y="679386"/>
                  </a:lnTo>
                  <a:lnTo>
                    <a:pt x="3220034" y="723760"/>
                  </a:lnTo>
                  <a:lnTo>
                    <a:pt x="3207982" y="768985"/>
                  </a:lnTo>
                  <a:lnTo>
                    <a:pt x="3197999" y="815035"/>
                  </a:lnTo>
                  <a:lnTo>
                    <a:pt x="3190138" y="861834"/>
                  </a:lnTo>
                  <a:lnTo>
                    <a:pt x="3184461" y="909345"/>
                  </a:lnTo>
                  <a:lnTo>
                    <a:pt x="3181019" y="957491"/>
                  </a:lnTo>
                  <a:lnTo>
                    <a:pt x="3179851" y="1006246"/>
                  </a:lnTo>
                  <a:lnTo>
                    <a:pt x="3181019" y="1055014"/>
                  </a:lnTo>
                  <a:lnTo>
                    <a:pt x="3184461" y="1103172"/>
                  </a:lnTo>
                  <a:lnTo>
                    <a:pt x="3190138" y="1150670"/>
                  </a:lnTo>
                  <a:lnTo>
                    <a:pt x="3197999" y="1197470"/>
                  </a:lnTo>
                  <a:lnTo>
                    <a:pt x="3207982" y="1243520"/>
                  </a:lnTo>
                  <a:lnTo>
                    <a:pt x="3220034" y="1288745"/>
                  </a:lnTo>
                  <a:lnTo>
                    <a:pt x="3234118" y="1333119"/>
                  </a:lnTo>
                  <a:lnTo>
                    <a:pt x="3250171" y="1376578"/>
                  </a:lnTo>
                  <a:lnTo>
                    <a:pt x="3268141" y="1419059"/>
                  </a:lnTo>
                  <a:lnTo>
                    <a:pt x="3287966" y="1460525"/>
                  </a:lnTo>
                  <a:lnTo>
                    <a:pt x="3309607" y="1500911"/>
                  </a:lnTo>
                  <a:lnTo>
                    <a:pt x="3333013" y="1540179"/>
                  </a:lnTo>
                  <a:lnTo>
                    <a:pt x="3358121" y="1578267"/>
                  </a:lnTo>
                  <a:lnTo>
                    <a:pt x="3384880" y="1615109"/>
                  </a:lnTo>
                  <a:lnTo>
                    <a:pt x="3413239" y="1650682"/>
                  </a:lnTo>
                  <a:lnTo>
                    <a:pt x="3443135" y="1684921"/>
                  </a:lnTo>
                  <a:lnTo>
                    <a:pt x="3474542" y="1717763"/>
                  </a:lnTo>
                  <a:lnTo>
                    <a:pt x="3507384" y="1749158"/>
                  </a:lnTo>
                  <a:lnTo>
                    <a:pt x="3541623" y="1779066"/>
                  </a:lnTo>
                  <a:lnTo>
                    <a:pt x="3577196" y="1807425"/>
                  </a:lnTo>
                  <a:lnTo>
                    <a:pt x="3614051" y="1834172"/>
                  </a:lnTo>
                  <a:lnTo>
                    <a:pt x="3652139" y="1859280"/>
                  </a:lnTo>
                  <a:lnTo>
                    <a:pt x="3691394" y="1882673"/>
                  </a:lnTo>
                  <a:lnTo>
                    <a:pt x="3731793" y="1904314"/>
                  </a:lnTo>
                  <a:lnTo>
                    <a:pt x="3773259" y="1924151"/>
                  </a:lnTo>
                  <a:lnTo>
                    <a:pt x="3815740" y="1942109"/>
                  </a:lnTo>
                  <a:lnTo>
                    <a:pt x="3859199" y="1958162"/>
                  </a:lnTo>
                  <a:lnTo>
                    <a:pt x="3903561" y="1972246"/>
                  </a:lnTo>
                  <a:lnTo>
                    <a:pt x="3948798" y="1984298"/>
                  </a:lnTo>
                  <a:lnTo>
                    <a:pt x="3994848" y="1994281"/>
                  </a:lnTo>
                  <a:lnTo>
                    <a:pt x="4041648" y="2002142"/>
                  </a:lnTo>
                  <a:lnTo>
                    <a:pt x="4089146" y="2007819"/>
                  </a:lnTo>
                  <a:lnTo>
                    <a:pt x="4137304" y="2011260"/>
                  </a:lnTo>
                  <a:lnTo>
                    <a:pt x="4186059" y="2012416"/>
                  </a:lnTo>
                  <a:lnTo>
                    <a:pt x="4234815" y="2011260"/>
                  </a:lnTo>
                  <a:lnTo>
                    <a:pt x="4282973" y="2007819"/>
                  </a:lnTo>
                  <a:lnTo>
                    <a:pt x="4330484" y="2002142"/>
                  </a:lnTo>
                  <a:lnTo>
                    <a:pt x="4377283" y="1994281"/>
                  </a:lnTo>
                  <a:lnTo>
                    <a:pt x="4423321" y="1984298"/>
                  </a:lnTo>
                  <a:lnTo>
                    <a:pt x="4468558" y="1972246"/>
                  </a:lnTo>
                  <a:lnTo>
                    <a:pt x="4512932" y="1958162"/>
                  </a:lnTo>
                  <a:lnTo>
                    <a:pt x="4556379" y="1942109"/>
                  </a:lnTo>
                  <a:lnTo>
                    <a:pt x="4598873" y="1924151"/>
                  </a:lnTo>
                  <a:lnTo>
                    <a:pt x="4640338" y="1904314"/>
                  </a:lnTo>
                  <a:lnTo>
                    <a:pt x="4680724" y="1882673"/>
                  </a:lnTo>
                  <a:lnTo>
                    <a:pt x="4719993" y="1859280"/>
                  </a:lnTo>
                  <a:lnTo>
                    <a:pt x="4758080" y="1834172"/>
                  </a:lnTo>
                  <a:lnTo>
                    <a:pt x="4794936" y="1807425"/>
                  </a:lnTo>
                  <a:lnTo>
                    <a:pt x="4830508" y="1779066"/>
                  </a:lnTo>
                  <a:lnTo>
                    <a:pt x="4864735" y="1749158"/>
                  </a:lnTo>
                  <a:lnTo>
                    <a:pt x="4897590" y="1717763"/>
                  </a:lnTo>
                  <a:lnTo>
                    <a:pt x="4928984" y="1684921"/>
                  </a:lnTo>
                  <a:lnTo>
                    <a:pt x="4958893" y="1650682"/>
                  </a:lnTo>
                  <a:lnTo>
                    <a:pt x="4987252" y="1615109"/>
                  </a:lnTo>
                  <a:lnTo>
                    <a:pt x="5014011" y="1578267"/>
                  </a:lnTo>
                  <a:lnTo>
                    <a:pt x="5039118" y="1540179"/>
                  </a:lnTo>
                  <a:lnTo>
                    <a:pt x="5062512" y="1500911"/>
                  </a:lnTo>
                  <a:lnTo>
                    <a:pt x="5084153" y="1460525"/>
                  </a:lnTo>
                  <a:lnTo>
                    <a:pt x="5103990" y="1419059"/>
                  </a:lnTo>
                  <a:lnTo>
                    <a:pt x="5121961" y="1376578"/>
                  </a:lnTo>
                  <a:lnTo>
                    <a:pt x="5138001" y="1333119"/>
                  </a:lnTo>
                  <a:lnTo>
                    <a:pt x="5152085" y="1288745"/>
                  </a:lnTo>
                  <a:lnTo>
                    <a:pt x="5164150" y="1243520"/>
                  </a:lnTo>
                  <a:lnTo>
                    <a:pt x="5174132" y="1197470"/>
                  </a:lnTo>
                  <a:lnTo>
                    <a:pt x="5181993" y="1150670"/>
                  </a:lnTo>
                  <a:lnTo>
                    <a:pt x="5187670" y="1103172"/>
                  </a:lnTo>
                  <a:lnTo>
                    <a:pt x="5191112" y="1055014"/>
                  </a:lnTo>
                  <a:lnTo>
                    <a:pt x="5192268" y="1006246"/>
                  </a:lnTo>
                  <a:close/>
                </a:path>
              </a:pathLst>
            </a:custGeom>
            <a:solidFill>
              <a:srgbClr val="F15A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6">
              <a:extLst>
                <a:ext uri="{FF2B5EF4-FFF2-40B4-BE49-F238E27FC236}">
                  <a16:creationId xmlns:a16="http://schemas.microsoft.com/office/drawing/2014/main" id="{B1ABC47C-27D2-B5AA-F0A7-E1598F3548A6}"/>
                </a:ext>
              </a:extLst>
            </p:cNvPr>
            <p:cNvSpPr/>
            <p:nvPr/>
          </p:nvSpPr>
          <p:spPr>
            <a:xfrm>
              <a:off x="1955108" y="2848131"/>
              <a:ext cx="5034915" cy="1854835"/>
            </a:xfrm>
            <a:custGeom>
              <a:avLst/>
              <a:gdLst/>
              <a:ahLst/>
              <a:cxnLst/>
              <a:rect l="l" t="t" r="r" b="b"/>
              <a:pathLst>
                <a:path w="5034915" h="1854835">
                  <a:moveTo>
                    <a:pt x="1854835" y="927227"/>
                  </a:moveTo>
                  <a:lnTo>
                    <a:pt x="1853615" y="879513"/>
                  </a:lnTo>
                  <a:lnTo>
                    <a:pt x="1850034" y="832434"/>
                  </a:lnTo>
                  <a:lnTo>
                    <a:pt x="1844141" y="786041"/>
                  </a:lnTo>
                  <a:lnTo>
                    <a:pt x="1835975" y="740384"/>
                  </a:lnTo>
                  <a:lnTo>
                    <a:pt x="1825625" y="695528"/>
                  </a:lnTo>
                  <a:lnTo>
                    <a:pt x="1813115" y="651535"/>
                  </a:lnTo>
                  <a:lnTo>
                    <a:pt x="1798535" y="608457"/>
                  </a:lnTo>
                  <a:lnTo>
                    <a:pt x="1781924" y="566356"/>
                  </a:lnTo>
                  <a:lnTo>
                    <a:pt x="1763344" y="525284"/>
                  </a:lnTo>
                  <a:lnTo>
                    <a:pt x="1742859" y="485305"/>
                  </a:lnTo>
                  <a:lnTo>
                    <a:pt x="1720519" y="446468"/>
                  </a:lnTo>
                  <a:lnTo>
                    <a:pt x="1696389" y="408851"/>
                  </a:lnTo>
                  <a:lnTo>
                    <a:pt x="1670532" y="372503"/>
                  </a:lnTo>
                  <a:lnTo>
                    <a:pt x="1642986" y="337464"/>
                  </a:lnTo>
                  <a:lnTo>
                    <a:pt x="1613827" y="303822"/>
                  </a:lnTo>
                  <a:lnTo>
                    <a:pt x="1583118" y="271614"/>
                  </a:lnTo>
                  <a:lnTo>
                    <a:pt x="1550898" y="240919"/>
                  </a:lnTo>
                  <a:lnTo>
                    <a:pt x="1517230" y="211772"/>
                  </a:lnTo>
                  <a:lnTo>
                    <a:pt x="1482191" y="184238"/>
                  </a:lnTo>
                  <a:lnTo>
                    <a:pt x="1445818" y="158381"/>
                  </a:lnTo>
                  <a:lnTo>
                    <a:pt x="1408188" y="134264"/>
                  </a:lnTo>
                  <a:lnTo>
                    <a:pt x="1369339" y="111925"/>
                  </a:lnTo>
                  <a:lnTo>
                    <a:pt x="1329334" y="91452"/>
                  </a:lnTo>
                  <a:lnTo>
                    <a:pt x="1288249" y="72872"/>
                  </a:lnTo>
                  <a:lnTo>
                    <a:pt x="1246124" y="56273"/>
                  </a:lnTo>
                  <a:lnTo>
                    <a:pt x="1203020" y="41694"/>
                  </a:lnTo>
                  <a:lnTo>
                    <a:pt x="1159002" y="29197"/>
                  </a:lnTo>
                  <a:lnTo>
                    <a:pt x="1114120" y="18834"/>
                  </a:lnTo>
                  <a:lnTo>
                    <a:pt x="1068438" y="10680"/>
                  </a:lnTo>
                  <a:lnTo>
                    <a:pt x="1022007" y="4787"/>
                  </a:lnTo>
                  <a:lnTo>
                    <a:pt x="974902" y="1206"/>
                  </a:lnTo>
                  <a:lnTo>
                    <a:pt x="927176" y="0"/>
                  </a:lnTo>
                  <a:lnTo>
                    <a:pt x="879475" y="1206"/>
                  </a:lnTo>
                  <a:lnTo>
                    <a:pt x="832396" y="4787"/>
                  </a:lnTo>
                  <a:lnTo>
                    <a:pt x="786015" y="10680"/>
                  </a:lnTo>
                  <a:lnTo>
                    <a:pt x="740359" y="18834"/>
                  </a:lnTo>
                  <a:lnTo>
                    <a:pt x="695515" y="29197"/>
                  </a:lnTo>
                  <a:lnTo>
                    <a:pt x="651522" y="41694"/>
                  </a:lnTo>
                  <a:lnTo>
                    <a:pt x="608444" y="56273"/>
                  </a:lnTo>
                  <a:lnTo>
                    <a:pt x="566343" y="72872"/>
                  </a:lnTo>
                  <a:lnTo>
                    <a:pt x="525284" y="91452"/>
                  </a:lnTo>
                  <a:lnTo>
                    <a:pt x="485305" y="111925"/>
                  </a:lnTo>
                  <a:lnTo>
                    <a:pt x="446468" y="134264"/>
                  </a:lnTo>
                  <a:lnTo>
                    <a:pt x="408851" y="158381"/>
                  </a:lnTo>
                  <a:lnTo>
                    <a:pt x="372503" y="184238"/>
                  </a:lnTo>
                  <a:lnTo>
                    <a:pt x="337477" y="211772"/>
                  </a:lnTo>
                  <a:lnTo>
                    <a:pt x="303834" y="240919"/>
                  </a:lnTo>
                  <a:lnTo>
                    <a:pt x="271627" y="271614"/>
                  </a:lnTo>
                  <a:lnTo>
                    <a:pt x="240919" y="303822"/>
                  </a:lnTo>
                  <a:lnTo>
                    <a:pt x="211772" y="337464"/>
                  </a:lnTo>
                  <a:lnTo>
                    <a:pt x="184238" y="372503"/>
                  </a:lnTo>
                  <a:lnTo>
                    <a:pt x="158381" y="408851"/>
                  </a:lnTo>
                  <a:lnTo>
                    <a:pt x="134264" y="446468"/>
                  </a:lnTo>
                  <a:lnTo>
                    <a:pt x="111937" y="485305"/>
                  </a:lnTo>
                  <a:lnTo>
                    <a:pt x="91452" y="525284"/>
                  </a:lnTo>
                  <a:lnTo>
                    <a:pt x="72885" y="566356"/>
                  </a:lnTo>
                  <a:lnTo>
                    <a:pt x="56273" y="608457"/>
                  </a:lnTo>
                  <a:lnTo>
                    <a:pt x="41694" y="651535"/>
                  </a:lnTo>
                  <a:lnTo>
                    <a:pt x="29197" y="695528"/>
                  </a:lnTo>
                  <a:lnTo>
                    <a:pt x="18834" y="740384"/>
                  </a:lnTo>
                  <a:lnTo>
                    <a:pt x="10680" y="786041"/>
                  </a:lnTo>
                  <a:lnTo>
                    <a:pt x="4787" y="832434"/>
                  </a:lnTo>
                  <a:lnTo>
                    <a:pt x="1206" y="879513"/>
                  </a:lnTo>
                  <a:lnTo>
                    <a:pt x="0" y="927227"/>
                  </a:lnTo>
                  <a:lnTo>
                    <a:pt x="1206" y="974953"/>
                  </a:lnTo>
                  <a:lnTo>
                    <a:pt x="4787" y="1022057"/>
                  </a:lnTo>
                  <a:lnTo>
                    <a:pt x="10680" y="1068463"/>
                  </a:lnTo>
                  <a:lnTo>
                    <a:pt x="18834" y="1114132"/>
                  </a:lnTo>
                  <a:lnTo>
                    <a:pt x="29197" y="1159002"/>
                  </a:lnTo>
                  <a:lnTo>
                    <a:pt x="41694" y="1203007"/>
                  </a:lnTo>
                  <a:lnTo>
                    <a:pt x="56273" y="1246085"/>
                  </a:lnTo>
                  <a:lnTo>
                    <a:pt x="72885" y="1288199"/>
                  </a:lnTo>
                  <a:lnTo>
                    <a:pt x="91452" y="1329270"/>
                  </a:lnTo>
                  <a:lnTo>
                    <a:pt x="111937" y="1369250"/>
                  </a:lnTo>
                  <a:lnTo>
                    <a:pt x="134264" y="1408074"/>
                  </a:lnTo>
                  <a:lnTo>
                    <a:pt x="158381" y="1445691"/>
                  </a:lnTo>
                  <a:lnTo>
                    <a:pt x="184238" y="1482039"/>
                  </a:lnTo>
                  <a:lnTo>
                    <a:pt x="211772" y="1517065"/>
                  </a:lnTo>
                  <a:lnTo>
                    <a:pt x="240919" y="1550695"/>
                  </a:lnTo>
                  <a:lnTo>
                    <a:pt x="271627" y="1582889"/>
                  </a:lnTo>
                  <a:lnTo>
                    <a:pt x="303834" y="1613585"/>
                  </a:lnTo>
                  <a:lnTo>
                    <a:pt x="337477" y="1642719"/>
                  </a:lnTo>
                  <a:lnTo>
                    <a:pt x="372503" y="1670240"/>
                  </a:lnTo>
                  <a:lnTo>
                    <a:pt x="408851" y="1696085"/>
                  </a:lnTo>
                  <a:lnTo>
                    <a:pt x="446468" y="1720189"/>
                  </a:lnTo>
                  <a:lnTo>
                    <a:pt x="485305" y="1742516"/>
                  </a:lnTo>
                  <a:lnTo>
                    <a:pt x="525284" y="1762975"/>
                  </a:lnTo>
                  <a:lnTo>
                    <a:pt x="566343" y="1781543"/>
                  </a:lnTo>
                  <a:lnTo>
                    <a:pt x="608444" y="1798142"/>
                  </a:lnTo>
                  <a:lnTo>
                    <a:pt x="651522" y="1812709"/>
                  </a:lnTo>
                  <a:lnTo>
                    <a:pt x="695515" y="1825193"/>
                  </a:lnTo>
                  <a:lnTo>
                    <a:pt x="740359" y="1835543"/>
                  </a:lnTo>
                  <a:lnTo>
                    <a:pt x="786015" y="1843697"/>
                  </a:lnTo>
                  <a:lnTo>
                    <a:pt x="832396" y="1849589"/>
                  </a:lnTo>
                  <a:lnTo>
                    <a:pt x="879475" y="1853171"/>
                  </a:lnTo>
                  <a:lnTo>
                    <a:pt x="927176" y="1854377"/>
                  </a:lnTo>
                  <a:lnTo>
                    <a:pt x="974902" y="1853171"/>
                  </a:lnTo>
                  <a:lnTo>
                    <a:pt x="1022007" y="1849589"/>
                  </a:lnTo>
                  <a:lnTo>
                    <a:pt x="1068438" y="1843697"/>
                  </a:lnTo>
                  <a:lnTo>
                    <a:pt x="1114120" y="1835543"/>
                  </a:lnTo>
                  <a:lnTo>
                    <a:pt x="1159002" y="1825193"/>
                  </a:lnTo>
                  <a:lnTo>
                    <a:pt x="1203020" y="1812709"/>
                  </a:lnTo>
                  <a:lnTo>
                    <a:pt x="1246124" y="1798142"/>
                  </a:lnTo>
                  <a:lnTo>
                    <a:pt x="1288249" y="1781543"/>
                  </a:lnTo>
                  <a:lnTo>
                    <a:pt x="1329334" y="1762975"/>
                  </a:lnTo>
                  <a:lnTo>
                    <a:pt x="1369339" y="1742516"/>
                  </a:lnTo>
                  <a:lnTo>
                    <a:pt x="1408188" y="1720189"/>
                  </a:lnTo>
                  <a:lnTo>
                    <a:pt x="1445818" y="1696085"/>
                  </a:lnTo>
                  <a:lnTo>
                    <a:pt x="1482191" y="1670240"/>
                  </a:lnTo>
                  <a:lnTo>
                    <a:pt x="1517230" y="1642719"/>
                  </a:lnTo>
                  <a:lnTo>
                    <a:pt x="1550898" y="1613585"/>
                  </a:lnTo>
                  <a:lnTo>
                    <a:pt x="1583118" y="1582889"/>
                  </a:lnTo>
                  <a:lnTo>
                    <a:pt x="1613827" y="1550695"/>
                  </a:lnTo>
                  <a:lnTo>
                    <a:pt x="1642986" y="1517065"/>
                  </a:lnTo>
                  <a:lnTo>
                    <a:pt x="1670532" y="1482039"/>
                  </a:lnTo>
                  <a:lnTo>
                    <a:pt x="1696389" y="1445691"/>
                  </a:lnTo>
                  <a:lnTo>
                    <a:pt x="1720519" y="1408074"/>
                  </a:lnTo>
                  <a:lnTo>
                    <a:pt x="1742859" y="1369250"/>
                  </a:lnTo>
                  <a:lnTo>
                    <a:pt x="1763344" y="1329270"/>
                  </a:lnTo>
                  <a:lnTo>
                    <a:pt x="1781924" y="1288199"/>
                  </a:lnTo>
                  <a:lnTo>
                    <a:pt x="1798535" y="1246085"/>
                  </a:lnTo>
                  <a:lnTo>
                    <a:pt x="1813115" y="1203007"/>
                  </a:lnTo>
                  <a:lnTo>
                    <a:pt x="1825625" y="1159002"/>
                  </a:lnTo>
                  <a:lnTo>
                    <a:pt x="1835975" y="1114132"/>
                  </a:lnTo>
                  <a:lnTo>
                    <a:pt x="1844141" y="1068463"/>
                  </a:lnTo>
                  <a:lnTo>
                    <a:pt x="1850034" y="1022057"/>
                  </a:lnTo>
                  <a:lnTo>
                    <a:pt x="1853615" y="974953"/>
                  </a:lnTo>
                  <a:lnTo>
                    <a:pt x="1854835" y="927227"/>
                  </a:lnTo>
                  <a:close/>
                </a:path>
                <a:path w="5034915" h="1854835">
                  <a:moveTo>
                    <a:pt x="5034305" y="927227"/>
                  </a:moveTo>
                  <a:lnTo>
                    <a:pt x="5033099" y="879513"/>
                  </a:lnTo>
                  <a:lnTo>
                    <a:pt x="5029517" y="832434"/>
                  </a:lnTo>
                  <a:lnTo>
                    <a:pt x="5023624" y="786041"/>
                  </a:lnTo>
                  <a:lnTo>
                    <a:pt x="5015471" y="740384"/>
                  </a:lnTo>
                  <a:lnTo>
                    <a:pt x="5005121" y="695528"/>
                  </a:lnTo>
                  <a:lnTo>
                    <a:pt x="4992636" y="651535"/>
                  </a:lnTo>
                  <a:lnTo>
                    <a:pt x="4978057" y="608457"/>
                  </a:lnTo>
                  <a:lnTo>
                    <a:pt x="4961458" y="566356"/>
                  </a:lnTo>
                  <a:lnTo>
                    <a:pt x="4942903" y="525284"/>
                  </a:lnTo>
                  <a:lnTo>
                    <a:pt x="4922431" y="485305"/>
                  </a:lnTo>
                  <a:lnTo>
                    <a:pt x="4900104" y="446468"/>
                  </a:lnTo>
                  <a:lnTo>
                    <a:pt x="4875987" y="408851"/>
                  </a:lnTo>
                  <a:lnTo>
                    <a:pt x="4850142" y="372503"/>
                  </a:lnTo>
                  <a:lnTo>
                    <a:pt x="4822622" y="337464"/>
                  </a:lnTo>
                  <a:lnTo>
                    <a:pt x="4793475" y="303822"/>
                  </a:lnTo>
                  <a:lnTo>
                    <a:pt x="4762779" y="271614"/>
                  </a:lnTo>
                  <a:lnTo>
                    <a:pt x="4730585" y="240919"/>
                  </a:lnTo>
                  <a:lnTo>
                    <a:pt x="4696942" y="211772"/>
                  </a:lnTo>
                  <a:lnTo>
                    <a:pt x="4661916" y="184238"/>
                  </a:lnTo>
                  <a:lnTo>
                    <a:pt x="4625556" y="158381"/>
                  </a:lnTo>
                  <a:lnTo>
                    <a:pt x="4587938" y="134264"/>
                  </a:lnTo>
                  <a:lnTo>
                    <a:pt x="4549102" y="111925"/>
                  </a:lnTo>
                  <a:lnTo>
                    <a:pt x="4509122" y="91452"/>
                  </a:lnTo>
                  <a:lnTo>
                    <a:pt x="4468038" y="72872"/>
                  </a:lnTo>
                  <a:lnTo>
                    <a:pt x="4425924" y="56273"/>
                  </a:lnTo>
                  <a:lnTo>
                    <a:pt x="4382833" y="41694"/>
                  </a:lnTo>
                  <a:lnTo>
                    <a:pt x="4338828" y="29197"/>
                  </a:lnTo>
                  <a:lnTo>
                    <a:pt x="4293959" y="18834"/>
                  </a:lnTo>
                  <a:lnTo>
                    <a:pt x="4248289" y="10680"/>
                  </a:lnTo>
                  <a:lnTo>
                    <a:pt x="4201871" y="4787"/>
                  </a:lnTo>
                  <a:lnTo>
                    <a:pt x="4154767" y="1206"/>
                  </a:lnTo>
                  <a:lnTo>
                    <a:pt x="4107027" y="0"/>
                  </a:lnTo>
                  <a:lnTo>
                    <a:pt x="4059301" y="1206"/>
                  </a:lnTo>
                  <a:lnTo>
                    <a:pt x="4012209" y="4787"/>
                  </a:lnTo>
                  <a:lnTo>
                    <a:pt x="3965803" y="10680"/>
                  </a:lnTo>
                  <a:lnTo>
                    <a:pt x="3920134" y="18834"/>
                  </a:lnTo>
                  <a:lnTo>
                    <a:pt x="3875265" y="29197"/>
                  </a:lnTo>
                  <a:lnTo>
                    <a:pt x="3831259" y="41694"/>
                  </a:lnTo>
                  <a:lnTo>
                    <a:pt x="3788181" y="56273"/>
                  </a:lnTo>
                  <a:lnTo>
                    <a:pt x="3746068" y="72872"/>
                  </a:lnTo>
                  <a:lnTo>
                    <a:pt x="3704996" y="91452"/>
                  </a:lnTo>
                  <a:lnTo>
                    <a:pt x="3665016" y="111925"/>
                  </a:lnTo>
                  <a:lnTo>
                    <a:pt x="3626193" y="134264"/>
                  </a:lnTo>
                  <a:lnTo>
                    <a:pt x="3588575" y="158381"/>
                  </a:lnTo>
                  <a:lnTo>
                    <a:pt x="3552228" y="184238"/>
                  </a:lnTo>
                  <a:lnTo>
                    <a:pt x="3517201" y="211772"/>
                  </a:lnTo>
                  <a:lnTo>
                    <a:pt x="3483559" y="240919"/>
                  </a:lnTo>
                  <a:lnTo>
                    <a:pt x="3451364" y="271614"/>
                  </a:lnTo>
                  <a:lnTo>
                    <a:pt x="3420668" y="303822"/>
                  </a:lnTo>
                  <a:lnTo>
                    <a:pt x="3391522" y="337464"/>
                  </a:lnTo>
                  <a:lnTo>
                    <a:pt x="3364001" y="372503"/>
                  </a:lnTo>
                  <a:lnTo>
                    <a:pt x="3338157" y="408851"/>
                  </a:lnTo>
                  <a:lnTo>
                    <a:pt x="3314039" y="446468"/>
                  </a:lnTo>
                  <a:lnTo>
                    <a:pt x="3291725" y="485305"/>
                  </a:lnTo>
                  <a:lnTo>
                    <a:pt x="3271253" y="525284"/>
                  </a:lnTo>
                  <a:lnTo>
                    <a:pt x="3252686" y="566356"/>
                  </a:lnTo>
                  <a:lnTo>
                    <a:pt x="3236087" y="608457"/>
                  </a:lnTo>
                  <a:lnTo>
                    <a:pt x="3221520" y="651535"/>
                  </a:lnTo>
                  <a:lnTo>
                    <a:pt x="3209023" y="695528"/>
                  </a:lnTo>
                  <a:lnTo>
                    <a:pt x="3198672" y="740384"/>
                  </a:lnTo>
                  <a:lnTo>
                    <a:pt x="3190519" y="786041"/>
                  </a:lnTo>
                  <a:lnTo>
                    <a:pt x="3184626" y="832434"/>
                  </a:lnTo>
                  <a:lnTo>
                    <a:pt x="3181045" y="879513"/>
                  </a:lnTo>
                  <a:lnTo>
                    <a:pt x="3179838" y="927227"/>
                  </a:lnTo>
                  <a:lnTo>
                    <a:pt x="3181045" y="974953"/>
                  </a:lnTo>
                  <a:lnTo>
                    <a:pt x="3184626" y="1022057"/>
                  </a:lnTo>
                  <a:lnTo>
                    <a:pt x="3190519" y="1068463"/>
                  </a:lnTo>
                  <a:lnTo>
                    <a:pt x="3198672" y="1114132"/>
                  </a:lnTo>
                  <a:lnTo>
                    <a:pt x="3209023" y="1159002"/>
                  </a:lnTo>
                  <a:lnTo>
                    <a:pt x="3221520" y="1203007"/>
                  </a:lnTo>
                  <a:lnTo>
                    <a:pt x="3236087" y="1246085"/>
                  </a:lnTo>
                  <a:lnTo>
                    <a:pt x="3252686" y="1288199"/>
                  </a:lnTo>
                  <a:lnTo>
                    <a:pt x="3271253" y="1329270"/>
                  </a:lnTo>
                  <a:lnTo>
                    <a:pt x="3291725" y="1369250"/>
                  </a:lnTo>
                  <a:lnTo>
                    <a:pt x="3314039" y="1408074"/>
                  </a:lnTo>
                  <a:lnTo>
                    <a:pt x="3338157" y="1445691"/>
                  </a:lnTo>
                  <a:lnTo>
                    <a:pt x="3364001" y="1482039"/>
                  </a:lnTo>
                  <a:lnTo>
                    <a:pt x="3391522" y="1517065"/>
                  </a:lnTo>
                  <a:lnTo>
                    <a:pt x="3420668" y="1550695"/>
                  </a:lnTo>
                  <a:lnTo>
                    <a:pt x="3451364" y="1582889"/>
                  </a:lnTo>
                  <a:lnTo>
                    <a:pt x="3483559" y="1613585"/>
                  </a:lnTo>
                  <a:lnTo>
                    <a:pt x="3517201" y="1642719"/>
                  </a:lnTo>
                  <a:lnTo>
                    <a:pt x="3552228" y="1670240"/>
                  </a:lnTo>
                  <a:lnTo>
                    <a:pt x="3588575" y="1696085"/>
                  </a:lnTo>
                  <a:lnTo>
                    <a:pt x="3626193" y="1720189"/>
                  </a:lnTo>
                  <a:lnTo>
                    <a:pt x="3665016" y="1742516"/>
                  </a:lnTo>
                  <a:lnTo>
                    <a:pt x="3704996" y="1762975"/>
                  </a:lnTo>
                  <a:lnTo>
                    <a:pt x="3746068" y="1781543"/>
                  </a:lnTo>
                  <a:lnTo>
                    <a:pt x="3788181" y="1798142"/>
                  </a:lnTo>
                  <a:lnTo>
                    <a:pt x="3831259" y="1812709"/>
                  </a:lnTo>
                  <a:lnTo>
                    <a:pt x="3875265" y="1825193"/>
                  </a:lnTo>
                  <a:lnTo>
                    <a:pt x="3920134" y="1835543"/>
                  </a:lnTo>
                  <a:lnTo>
                    <a:pt x="3965803" y="1843697"/>
                  </a:lnTo>
                  <a:lnTo>
                    <a:pt x="4012209" y="1849589"/>
                  </a:lnTo>
                  <a:lnTo>
                    <a:pt x="4059301" y="1853171"/>
                  </a:lnTo>
                  <a:lnTo>
                    <a:pt x="4107027" y="1854377"/>
                  </a:lnTo>
                  <a:lnTo>
                    <a:pt x="4154767" y="1853171"/>
                  </a:lnTo>
                  <a:lnTo>
                    <a:pt x="4201871" y="1849589"/>
                  </a:lnTo>
                  <a:lnTo>
                    <a:pt x="4248289" y="1843697"/>
                  </a:lnTo>
                  <a:lnTo>
                    <a:pt x="4293959" y="1835543"/>
                  </a:lnTo>
                  <a:lnTo>
                    <a:pt x="4338828" y="1825193"/>
                  </a:lnTo>
                  <a:lnTo>
                    <a:pt x="4382833" y="1812709"/>
                  </a:lnTo>
                  <a:lnTo>
                    <a:pt x="4425924" y="1798142"/>
                  </a:lnTo>
                  <a:lnTo>
                    <a:pt x="4468038" y="1781543"/>
                  </a:lnTo>
                  <a:lnTo>
                    <a:pt x="4509122" y="1762975"/>
                  </a:lnTo>
                  <a:lnTo>
                    <a:pt x="4549102" y="1742516"/>
                  </a:lnTo>
                  <a:lnTo>
                    <a:pt x="4587938" y="1720189"/>
                  </a:lnTo>
                  <a:lnTo>
                    <a:pt x="4625556" y="1696085"/>
                  </a:lnTo>
                  <a:lnTo>
                    <a:pt x="4661916" y="1670240"/>
                  </a:lnTo>
                  <a:lnTo>
                    <a:pt x="4696942" y="1642719"/>
                  </a:lnTo>
                  <a:lnTo>
                    <a:pt x="4730585" y="1613585"/>
                  </a:lnTo>
                  <a:lnTo>
                    <a:pt x="4762779" y="1582889"/>
                  </a:lnTo>
                  <a:lnTo>
                    <a:pt x="4793475" y="1550695"/>
                  </a:lnTo>
                  <a:lnTo>
                    <a:pt x="4822622" y="1517065"/>
                  </a:lnTo>
                  <a:lnTo>
                    <a:pt x="4850142" y="1482039"/>
                  </a:lnTo>
                  <a:lnTo>
                    <a:pt x="4875987" y="1445691"/>
                  </a:lnTo>
                  <a:lnTo>
                    <a:pt x="4900104" y="1408074"/>
                  </a:lnTo>
                  <a:lnTo>
                    <a:pt x="4922431" y="1369250"/>
                  </a:lnTo>
                  <a:lnTo>
                    <a:pt x="4942903" y="1329270"/>
                  </a:lnTo>
                  <a:lnTo>
                    <a:pt x="4961458" y="1288199"/>
                  </a:lnTo>
                  <a:lnTo>
                    <a:pt x="4978057" y="1246085"/>
                  </a:lnTo>
                  <a:lnTo>
                    <a:pt x="4992636" y="1203007"/>
                  </a:lnTo>
                  <a:lnTo>
                    <a:pt x="5005121" y="1159002"/>
                  </a:lnTo>
                  <a:lnTo>
                    <a:pt x="5015471" y="1114132"/>
                  </a:lnTo>
                  <a:lnTo>
                    <a:pt x="5023624" y="1068463"/>
                  </a:lnTo>
                  <a:lnTo>
                    <a:pt x="5029517" y="1022057"/>
                  </a:lnTo>
                  <a:lnTo>
                    <a:pt x="5033099" y="974953"/>
                  </a:lnTo>
                  <a:lnTo>
                    <a:pt x="5034305" y="9272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7">
              <a:extLst>
                <a:ext uri="{FF2B5EF4-FFF2-40B4-BE49-F238E27FC236}">
                  <a16:creationId xmlns:a16="http://schemas.microsoft.com/office/drawing/2014/main" id="{0FB63983-9D96-D2D3-EA88-9CA5BD6F9E7A}"/>
                </a:ext>
              </a:extLst>
            </p:cNvPr>
            <p:cNvSpPr/>
            <p:nvPr/>
          </p:nvSpPr>
          <p:spPr>
            <a:xfrm>
              <a:off x="8235366" y="2769099"/>
              <a:ext cx="2012950" cy="2012950"/>
            </a:xfrm>
            <a:custGeom>
              <a:avLst/>
              <a:gdLst/>
              <a:ahLst/>
              <a:cxnLst/>
              <a:rect l="l" t="t" r="r" b="b"/>
              <a:pathLst>
                <a:path w="2012950" h="2012950">
                  <a:moveTo>
                    <a:pt x="1006678" y="0"/>
                  </a:moveTo>
                  <a:lnTo>
                    <a:pt x="957919" y="1160"/>
                  </a:lnTo>
                  <a:lnTo>
                    <a:pt x="909758" y="4606"/>
                  </a:lnTo>
                  <a:lnTo>
                    <a:pt x="862247" y="10284"/>
                  </a:lnTo>
                  <a:lnTo>
                    <a:pt x="815439" y="18143"/>
                  </a:lnTo>
                  <a:lnTo>
                    <a:pt x="769387" y="28128"/>
                  </a:lnTo>
                  <a:lnTo>
                    <a:pt x="724142" y="40189"/>
                  </a:lnTo>
                  <a:lnTo>
                    <a:pt x="679760" y="54271"/>
                  </a:lnTo>
                  <a:lnTo>
                    <a:pt x="636291" y="70323"/>
                  </a:lnTo>
                  <a:lnTo>
                    <a:pt x="593789" y="88292"/>
                  </a:lnTo>
                  <a:lnTo>
                    <a:pt x="552307" y="108124"/>
                  </a:lnTo>
                  <a:lnTo>
                    <a:pt x="511897" y="129767"/>
                  </a:lnTo>
                  <a:lnTo>
                    <a:pt x="472613" y="153169"/>
                  </a:lnTo>
                  <a:lnTo>
                    <a:pt x="434507" y="178277"/>
                  </a:lnTo>
                  <a:lnTo>
                    <a:pt x="397632" y="205037"/>
                  </a:lnTo>
                  <a:lnTo>
                    <a:pt x="362041" y="233398"/>
                  </a:lnTo>
                  <a:lnTo>
                    <a:pt x="327787" y="263307"/>
                  </a:lnTo>
                  <a:lnTo>
                    <a:pt x="294922" y="294711"/>
                  </a:lnTo>
                  <a:lnTo>
                    <a:pt x="263500" y="327557"/>
                  </a:lnTo>
                  <a:lnTo>
                    <a:pt x="233572" y="361793"/>
                  </a:lnTo>
                  <a:lnTo>
                    <a:pt x="205193" y="397365"/>
                  </a:lnTo>
                  <a:lnTo>
                    <a:pt x="178414" y="434222"/>
                  </a:lnTo>
                  <a:lnTo>
                    <a:pt x="153289" y="472310"/>
                  </a:lnTo>
                  <a:lnTo>
                    <a:pt x="129871" y="511577"/>
                  </a:lnTo>
                  <a:lnTo>
                    <a:pt x="108211" y="551971"/>
                  </a:lnTo>
                  <a:lnTo>
                    <a:pt x="88364" y="593437"/>
                  </a:lnTo>
                  <a:lnTo>
                    <a:pt x="70382" y="635925"/>
                  </a:lnTo>
                  <a:lnTo>
                    <a:pt x="54318" y="679380"/>
                  </a:lnTo>
                  <a:lnTo>
                    <a:pt x="40224" y="723751"/>
                  </a:lnTo>
                  <a:lnTo>
                    <a:pt x="28153" y="768984"/>
                  </a:lnTo>
                  <a:lnTo>
                    <a:pt x="18159" y="815027"/>
                  </a:lnTo>
                  <a:lnTo>
                    <a:pt x="10293" y="861828"/>
                  </a:lnTo>
                  <a:lnTo>
                    <a:pt x="4610" y="909333"/>
                  </a:lnTo>
                  <a:lnTo>
                    <a:pt x="1161" y="957490"/>
                  </a:lnTo>
                  <a:lnTo>
                    <a:pt x="0" y="1006246"/>
                  </a:lnTo>
                  <a:lnTo>
                    <a:pt x="1161" y="1055004"/>
                  </a:lnTo>
                  <a:lnTo>
                    <a:pt x="4610" y="1103162"/>
                  </a:lnTo>
                  <a:lnTo>
                    <a:pt x="10293" y="1150668"/>
                  </a:lnTo>
                  <a:lnTo>
                    <a:pt x="18159" y="1197468"/>
                  </a:lnTo>
                  <a:lnTo>
                    <a:pt x="28153" y="1243511"/>
                  </a:lnTo>
                  <a:lnTo>
                    <a:pt x="40224" y="1288744"/>
                  </a:lnTo>
                  <a:lnTo>
                    <a:pt x="54318" y="1333113"/>
                  </a:lnTo>
                  <a:lnTo>
                    <a:pt x="70382" y="1376567"/>
                  </a:lnTo>
                  <a:lnTo>
                    <a:pt x="88364" y="1419052"/>
                  </a:lnTo>
                  <a:lnTo>
                    <a:pt x="108211" y="1460516"/>
                  </a:lnTo>
                  <a:lnTo>
                    <a:pt x="129871" y="1500907"/>
                  </a:lnTo>
                  <a:lnTo>
                    <a:pt x="153289" y="1540171"/>
                  </a:lnTo>
                  <a:lnTo>
                    <a:pt x="178414" y="1578256"/>
                  </a:lnTo>
                  <a:lnTo>
                    <a:pt x="205193" y="1615109"/>
                  </a:lnTo>
                  <a:lnTo>
                    <a:pt x="233572" y="1650678"/>
                  </a:lnTo>
                  <a:lnTo>
                    <a:pt x="263500" y="1684910"/>
                  </a:lnTo>
                  <a:lnTo>
                    <a:pt x="294922" y="1717752"/>
                  </a:lnTo>
                  <a:lnTo>
                    <a:pt x="327787" y="1749152"/>
                  </a:lnTo>
                  <a:lnTo>
                    <a:pt x="362041" y="1779057"/>
                  </a:lnTo>
                  <a:lnTo>
                    <a:pt x="397632" y="1807414"/>
                  </a:lnTo>
                  <a:lnTo>
                    <a:pt x="434507" y="1834171"/>
                  </a:lnTo>
                  <a:lnTo>
                    <a:pt x="472613" y="1859275"/>
                  </a:lnTo>
                  <a:lnTo>
                    <a:pt x="511897" y="1882673"/>
                  </a:lnTo>
                  <a:lnTo>
                    <a:pt x="552307" y="1904312"/>
                  </a:lnTo>
                  <a:lnTo>
                    <a:pt x="593789" y="1924141"/>
                  </a:lnTo>
                  <a:lnTo>
                    <a:pt x="636291" y="1942106"/>
                  </a:lnTo>
                  <a:lnTo>
                    <a:pt x="679760" y="1958155"/>
                  </a:lnTo>
                  <a:lnTo>
                    <a:pt x="724142" y="1972235"/>
                  </a:lnTo>
                  <a:lnTo>
                    <a:pt x="769387" y="1984293"/>
                  </a:lnTo>
                  <a:lnTo>
                    <a:pt x="815439" y="1994277"/>
                  </a:lnTo>
                  <a:lnTo>
                    <a:pt x="862247" y="2002134"/>
                  </a:lnTo>
                  <a:lnTo>
                    <a:pt x="909758" y="2007811"/>
                  </a:lnTo>
                  <a:lnTo>
                    <a:pt x="957919" y="2011256"/>
                  </a:lnTo>
                  <a:lnTo>
                    <a:pt x="1006678" y="2012416"/>
                  </a:lnTo>
                  <a:lnTo>
                    <a:pt x="1055397" y="2011256"/>
                  </a:lnTo>
                  <a:lnTo>
                    <a:pt x="1103521" y="2007811"/>
                  </a:lnTo>
                  <a:lnTo>
                    <a:pt x="1150997" y="2002134"/>
                  </a:lnTo>
                  <a:lnTo>
                    <a:pt x="1197773" y="1994277"/>
                  </a:lnTo>
                  <a:lnTo>
                    <a:pt x="1243795" y="1984293"/>
                  </a:lnTo>
                  <a:lnTo>
                    <a:pt x="1289010" y="1972235"/>
                  </a:lnTo>
                  <a:lnTo>
                    <a:pt x="1333366" y="1958155"/>
                  </a:lnTo>
                  <a:lnTo>
                    <a:pt x="1376810" y="1942106"/>
                  </a:lnTo>
                  <a:lnTo>
                    <a:pt x="1419289" y="1924141"/>
                  </a:lnTo>
                  <a:lnTo>
                    <a:pt x="1460750" y="1904312"/>
                  </a:lnTo>
                  <a:lnTo>
                    <a:pt x="1501139" y="1882673"/>
                  </a:lnTo>
                  <a:lnTo>
                    <a:pt x="1540405" y="1859275"/>
                  </a:lnTo>
                  <a:lnTo>
                    <a:pt x="1578495" y="1834171"/>
                  </a:lnTo>
                  <a:lnTo>
                    <a:pt x="1615354" y="1807414"/>
                  </a:lnTo>
                  <a:lnTo>
                    <a:pt x="1650931" y="1779057"/>
                  </a:lnTo>
                  <a:lnTo>
                    <a:pt x="1685173" y="1749152"/>
                  </a:lnTo>
                  <a:lnTo>
                    <a:pt x="1718027" y="1717752"/>
                  </a:lnTo>
                  <a:lnTo>
                    <a:pt x="1749439" y="1684910"/>
                  </a:lnTo>
                  <a:lnTo>
                    <a:pt x="1779358" y="1650678"/>
                  </a:lnTo>
                  <a:lnTo>
                    <a:pt x="1807729" y="1615109"/>
                  </a:lnTo>
                  <a:lnTo>
                    <a:pt x="1834501" y="1578256"/>
                  </a:lnTo>
                  <a:lnTo>
                    <a:pt x="1859620" y="1540171"/>
                  </a:lnTo>
                  <a:lnTo>
                    <a:pt x="1883033" y="1500907"/>
                  </a:lnTo>
                  <a:lnTo>
                    <a:pt x="1904688" y="1460516"/>
                  </a:lnTo>
                  <a:lnTo>
                    <a:pt x="1924532" y="1419052"/>
                  </a:lnTo>
                  <a:lnTo>
                    <a:pt x="1942511" y="1376567"/>
                  </a:lnTo>
                  <a:lnTo>
                    <a:pt x="1958573" y="1333113"/>
                  </a:lnTo>
                  <a:lnTo>
                    <a:pt x="1972665" y="1288744"/>
                  </a:lnTo>
                  <a:lnTo>
                    <a:pt x="1984735" y="1243511"/>
                  </a:lnTo>
                  <a:lnTo>
                    <a:pt x="1994728" y="1197468"/>
                  </a:lnTo>
                  <a:lnTo>
                    <a:pt x="2002593" y="1150668"/>
                  </a:lnTo>
                  <a:lnTo>
                    <a:pt x="2008276" y="1103162"/>
                  </a:lnTo>
                  <a:lnTo>
                    <a:pt x="2011725" y="1055004"/>
                  </a:lnTo>
                  <a:lnTo>
                    <a:pt x="2012886" y="1006246"/>
                  </a:lnTo>
                  <a:lnTo>
                    <a:pt x="2011725" y="957490"/>
                  </a:lnTo>
                  <a:lnTo>
                    <a:pt x="2008276" y="909333"/>
                  </a:lnTo>
                  <a:lnTo>
                    <a:pt x="2002593" y="861828"/>
                  </a:lnTo>
                  <a:lnTo>
                    <a:pt x="1994728" y="815027"/>
                  </a:lnTo>
                  <a:lnTo>
                    <a:pt x="1984735" y="768984"/>
                  </a:lnTo>
                  <a:lnTo>
                    <a:pt x="1972665" y="723751"/>
                  </a:lnTo>
                  <a:lnTo>
                    <a:pt x="1958573" y="679380"/>
                  </a:lnTo>
                  <a:lnTo>
                    <a:pt x="1942511" y="635925"/>
                  </a:lnTo>
                  <a:lnTo>
                    <a:pt x="1924532" y="593437"/>
                  </a:lnTo>
                  <a:lnTo>
                    <a:pt x="1904688" y="551971"/>
                  </a:lnTo>
                  <a:lnTo>
                    <a:pt x="1883033" y="511577"/>
                  </a:lnTo>
                  <a:lnTo>
                    <a:pt x="1859620" y="472310"/>
                  </a:lnTo>
                  <a:lnTo>
                    <a:pt x="1834501" y="434222"/>
                  </a:lnTo>
                  <a:lnTo>
                    <a:pt x="1807729" y="397365"/>
                  </a:lnTo>
                  <a:lnTo>
                    <a:pt x="1779358" y="361793"/>
                  </a:lnTo>
                  <a:lnTo>
                    <a:pt x="1749439" y="327557"/>
                  </a:lnTo>
                  <a:lnTo>
                    <a:pt x="1718027" y="294711"/>
                  </a:lnTo>
                  <a:lnTo>
                    <a:pt x="1685173" y="263307"/>
                  </a:lnTo>
                  <a:lnTo>
                    <a:pt x="1650931" y="233398"/>
                  </a:lnTo>
                  <a:lnTo>
                    <a:pt x="1615354" y="205037"/>
                  </a:lnTo>
                  <a:lnTo>
                    <a:pt x="1578495" y="178277"/>
                  </a:lnTo>
                  <a:lnTo>
                    <a:pt x="1540405" y="153169"/>
                  </a:lnTo>
                  <a:lnTo>
                    <a:pt x="1501139" y="129767"/>
                  </a:lnTo>
                  <a:lnTo>
                    <a:pt x="1460750" y="108124"/>
                  </a:lnTo>
                  <a:lnTo>
                    <a:pt x="1419289" y="88292"/>
                  </a:lnTo>
                  <a:lnTo>
                    <a:pt x="1376810" y="70323"/>
                  </a:lnTo>
                  <a:lnTo>
                    <a:pt x="1333366" y="54271"/>
                  </a:lnTo>
                  <a:lnTo>
                    <a:pt x="1289010" y="40189"/>
                  </a:lnTo>
                  <a:lnTo>
                    <a:pt x="1243795" y="28128"/>
                  </a:lnTo>
                  <a:lnTo>
                    <a:pt x="1197773" y="18143"/>
                  </a:lnTo>
                  <a:lnTo>
                    <a:pt x="1150997" y="10284"/>
                  </a:lnTo>
                  <a:lnTo>
                    <a:pt x="1103521" y="4606"/>
                  </a:lnTo>
                  <a:lnTo>
                    <a:pt x="1055397" y="1160"/>
                  </a:lnTo>
                  <a:lnTo>
                    <a:pt x="1006678" y="0"/>
                  </a:lnTo>
                  <a:close/>
                </a:path>
              </a:pathLst>
            </a:custGeom>
            <a:solidFill>
              <a:srgbClr val="F15A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8">
              <a:extLst>
                <a:ext uri="{FF2B5EF4-FFF2-40B4-BE49-F238E27FC236}">
                  <a16:creationId xmlns:a16="http://schemas.microsoft.com/office/drawing/2014/main" id="{247CD81C-5229-347F-0F37-39879B7D0B2C}"/>
                </a:ext>
              </a:extLst>
            </p:cNvPr>
            <p:cNvSpPr/>
            <p:nvPr/>
          </p:nvSpPr>
          <p:spPr>
            <a:xfrm>
              <a:off x="8314398" y="2848121"/>
              <a:ext cx="1854835" cy="1854835"/>
            </a:xfrm>
            <a:custGeom>
              <a:avLst/>
              <a:gdLst/>
              <a:ahLst/>
              <a:cxnLst/>
              <a:rect l="l" t="t" r="r" b="b"/>
              <a:pathLst>
                <a:path w="1854834" h="1854835">
                  <a:moveTo>
                    <a:pt x="927646" y="0"/>
                  </a:moveTo>
                  <a:lnTo>
                    <a:pt x="879915" y="1206"/>
                  </a:lnTo>
                  <a:lnTo>
                    <a:pt x="832811" y="4788"/>
                  </a:lnTo>
                  <a:lnTo>
                    <a:pt x="786390" y="10686"/>
                  </a:lnTo>
                  <a:lnTo>
                    <a:pt x="740713" y="18842"/>
                  </a:lnTo>
                  <a:lnTo>
                    <a:pt x="695836" y="29198"/>
                  </a:lnTo>
                  <a:lnTo>
                    <a:pt x="651818" y="41696"/>
                  </a:lnTo>
                  <a:lnTo>
                    <a:pt x="608718" y="56277"/>
                  </a:lnTo>
                  <a:lnTo>
                    <a:pt x="566594" y="72882"/>
                  </a:lnTo>
                  <a:lnTo>
                    <a:pt x="525503" y="91454"/>
                  </a:lnTo>
                  <a:lnTo>
                    <a:pt x="485506" y="111935"/>
                  </a:lnTo>
                  <a:lnTo>
                    <a:pt x="446659" y="134265"/>
                  </a:lnTo>
                  <a:lnTo>
                    <a:pt x="409021" y="158386"/>
                  </a:lnTo>
                  <a:lnTo>
                    <a:pt x="372650" y="184241"/>
                  </a:lnTo>
                  <a:lnTo>
                    <a:pt x="337606" y="211771"/>
                  </a:lnTo>
                  <a:lnTo>
                    <a:pt x="303945" y="240918"/>
                  </a:lnTo>
                  <a:lnTo>
                    <a:pt x="271727" y="271622"/>
                  </a:lnTo>
                  <a:lnTo>
                    <a:pt x="241010" y="303827"/>
                  </a:lnTo>
                  <a:lnTo>
                    <a:pt x="211851" y="337473"/>
                  </a:lnTo>
                  <a:lnTo>
                    <a:pt x="184311" y="372503"/>
                  </a:lnTo>
                  <a:lnTo>
                    <a:pt x="158445" y="408857"/>
                  </a:lnTo>
                  <a:lnTo>
                    <a:pt x="134314" y="446478"/>
                  </a:lnTo>
                  <a:lnTo>
                    <a:pt x="111976" y="485307"/>
                  </a:lnTo>
                  <a:lnTo>
                    <a:pt x="91487" y="525287"/>
                  </a:lnTo>
                  <a:lnTo>
                    <a:pt x="72908" y="566358"/>
                  </a:lnTo>
                  <a:lnTo>
                    <a:pt x="56297" y="608462"/>
                  </a:lnTo>
                  <a:lnTo>
                    <a:pt x="41711" y="651541"/>
                  </a:lnTo>
                  <a:lnTo>
                    <a:pt x="29209" y="695537"/>
                  </a:lnTo>
                  <a:lnTo>
                    <a:pt x="18849" y="740392"/>
                  </a:lnTo>
                  <a:lnTo>
                    <a:pt x="10690" y="786046"/>
                  </a:lnTo>
                  <a:lnTo>
                    <a:pt x="4790" y="832442"/>
                  </a:lnTo>
                  <a:lnTo>
                    <a:pt x="1207" y="879522"/>
                  </a:lnTo>
                  <a:lnTo>
                    <a:pt x="0" y="927227"/>
                  </a:lnTo>
                  <a:lnTo>
                    <a:pt x="1207" y="974955"/>
                  </a:lnTo>
                  <a:lnTo>
                    <a:pt x="4790" y="1022056"/>
                  </a:lnTo>
                  <a:lnTo>
                    <a:pt x="10690" y="1068469"/>
                  </a:lnTo>
                  <a:lnTo>
                    <a:pt x="18849" y="1114138"/>
                  </a:lnTo>
                  <a:lnTo>
                    <a:pt x="29209" y="1159004"/>
                  </a:lnTo>
                  <a:lnTo>
                    <a:pt x="41711" y="1203008"/>
                  </a:lnTo>
                  <a:lnTo>
                    <a:pt x="56297" y="1246093"/>
                  </a:lnTo>
                  <a:lnTo>
                    <a:pt x="72908" y="1288201"/>
                  </a:lnTo>
                  <a:lnTo>
                    <a:pt x="91487" y="1329273"/>
                  </a:lnTo>
                  <a:lnTo>
                    <a:pt x="111976" y="1369252"/>
                  </a:lnTo>
                  <a:lnTo>
                    <a:pt x="134314" y="1408078"/>
                  </a:lnTo>
                  <a:lnTo>
                    <a:pt x="158445" y="1445695"/>
                  </a:lnTo>
                  <a:lnTo>
                    <a:pt x="184311" y="1482043"/>
                  </a:lnTo>
                  <a:lnTo>
                    <a:pt x="211851" y="1517065"/>
                  </a:lnTo>
                  <a:lnTo>
                    <a:pt x="241010" y="1550702"/>
                  </a:lnTo>
                  <a:lnTo>
                    <a:pt x="271727" y="1582897"/>
                  </a:lnTo>
                  <a:lnTo>
                    <a:pt x="303945" y="1613592"/>
                  </a:lnTo>
                  <a:lnTo>
                    <a:pt x="337606" y="1642727"/>
                  </a:lnTo>
                  <a:lnTo>
                    <a:pt x="372650" y="1670245"/>
                  </a:lnTo>
                  <a:lnTo>
                    <a:pt x="409021" y="1696088"/>
                  </a:lnTo>
                  <a:lnTo>
                    <a:pt x="446659" y="1720198"/>
                  </a:lnTo>
                  <a:lnTo>
                    <a:pt x="485506" y="1742516"/>
                  </a:lnTo>
                  <a:lnTo>
                    <a:pt x="525503" y="1762985"/>
                  </a:lnTo>
                  <a:lnTo>
                    <a:pt x="566594" y="1781546"/>
                  </a:lnTo>
                  <a:lnTo>
                    <a:pt x="608718" y="1798141"/>
                  </a:lnTo>
                  <a:lnTo>
                    <a:pt x="651818" y="1812712"/>
                  </a:lnTo>
                  <a:lnTo>
                    <a:pt x="695836" y="1825201"/>
                  </a:lnTo>
                  <a:lnTo>
                    <a:pt x="740713" y="1835549"/>
                  </a:lnTo>
                  <a:lnTo>
                    <a:pt x="786390" y="1843699"/>
                  </a:lnTo>
                  <a:lnTo>
                    <a:pt x="832811" y="1849593"/>
                  </a:lnTo>
                  <a:lnTo>
                    <a:pt x="879915" y="1853171"/>
                  </a:lnTo>
                  <a:lnTo>
                    <a:pt x="927646" y="1854377"/>
                  </a:lnTo>
                  <a:lnTo>
                    <a:pt x="975338" y="1853171"/>
                  </a:lnTo>
                  <a:lnTo>
                    <a:pt x="1022406" y="1849593"/>
                  </a:lnTo>
                  <a:lnTo>
                    <a:pt x="1068793" y="1843699"/>
                  </a:lnTo>
                  <a:lnTo>
                    <a:pt x="1114438" y="1835549"/>
                  </a:lnTo>
                  <a:lnTo>
                    <a:pt x="1159285" y="1825201"/>
                  </a:lnTo>
                  <a:lnTo>
                    <a:pt x="1203275" y="1812712"/>
                  </a:lnTo>
                  <a:lnTo>
                    <a:pt x="1246349" y="1798141"/>
                  </a:lnTo>
                  <a:lnTo>
                    <a:pt x="1288449" y="1781546"/>
                  </a:lnTo>
                  <a:lnTo>
                    <a:pt x="1329517" y="1762985"/>
                  </a:lnTo>
                  <a:lnTo>
                    <a:pt x="1369494" y="1742516"/>
                  </a:lnTo>
                  <a:lnTo>
                    <a:pt x="1408322" y="1720198"/>
                  </a:lnTo>
                  <a:lnTo>
                    <a:pt x="1445942" y="1696088"/>
                  </a:lnTo>
                  <a:lnTo>
                    <a:pt x="1482296" y="1670245"/>
                  </a:lnTo>
                  <a:lnTo>
                    <a:pt x="1517325" y="1642727"/>
                  </a:lnTo>
                  <a:lnTo>
                    <a:pt x="1550972" y="1613592"/>
                  </a:lnTo>
                  <a:lnTo>
                    <a:pt x="1583178" y="1582897"/>
                  </a:lnTo>
                  <a:lnTo>
                    <a:pt x="1613885" y="1550702"/>
                  </a:lnTo>
                  <a:lnTo>
                    <a:pt x="1643033" y="1517065"/>
                  </a:lnTo>
                  <a:lnTo>
                    <a:pt x="1670565" y="1482043"/>
                  </a:lnTo>
                  <a:lnTo>
                    <a:pt x="1696423" y="1445695"/>
                  </a:lnTo>
                  <a:lnTo>
                    <a:pt x="1720547" y="1408078"/>
                  </a:lnTo>
                  <a:lnTo>
                    <a:pt x="1742880" y="1369252"/>
                  </a:lnTo>
                  <a:lnTo>
                    <a:pt x="1763363" y="1329273"/>
                  </a:lnTo>
                  <a:lnTo>
                    <a:pt x="1781938" y="1288201"/>
                  </a:lnTo>
                  <a:lnTo>
                    <a:pt x="1798546" y="1246093"/>
                  </a:lnTo>
                  <a:lnTo>
                    <a:pt x="1813130" y="1203008"/>
                  </a:lnTo>
                  <a:lnTo>
                    <a:pt x="1825629" y="1159004"/>
                  </a:lnTo>
                  <a:lnTo>
                    <a:pt x="1835988" y="1114138"/>
                  </a:lnTo>
                  <a:lnTo>
                    <a:pt x="1844146" y="1068469"/>
                  </a:lnTo>
                  <a:lnTo>
                    <a:pt x="1850045" y="1022056"/>
                  </a:lnTo>
                  <a:lnTo>
                    <a:pt x="1853627" y="974955"/>
                  </a:lnTo>
                  <a:lnTo>
                    <a:pt x="1854835" y="927227"/>
                  </a:lnTo>
                  <a:lnTo>
                    <a:pt x="1853627" y="879522"/>
                  </a:lnTo>
                  <a:lnTo>
                    <a:pt x="1850045" y="832442"/>
                  </a:lnTo>
                  <a:lnTo>
                    <a:pt x="1844146" y="786046"/>
                  </a:lnTo>
                  <a:lnTo>
                    <a:pt x="1835988" y="740392"/>
                  </a:lnTo>
                  <a:lnTo>
                    <a:pt x="1825629" y="695537"/>
                  </a:lnTo>
                  <a:lnTo>
                    <a:pt x="1813130" y="651541"/>
                  </a:lnTo>
                  <a:lnTo>
                    <a:pt x="1798546" y="608462"/>
                  </a:lnTo>
                  <a:lnTo>
                    <a:pt x="1781938" y="566358"/>
                  </a:lnTo>
                  <a:lnTo>
                    <a:pt x="1763363" y="525287"/>
                  </a:lnTo>
                  <a:lnTo>
                    <a:pt x="1742880" y="485307"/>
                  </a:lnTo>
                  <a:lnTo>
                    <a:pt x="1720547" y="446478"/>
                  </a:lnTo>
                  <a:lnTo>
                    <a:pt x="1696423" y="408857"/>
                  </a:lnTo>
                  <a:lnTo>
                    <a:pt x="1670565" y="372503"/>
                  </a:lnTo>
                  <a:lnTo>
                    <a:pt x="1643033" y="337473"/>
                  </a:lnTo>
                  <a:lnTo>
                    <a:pt x="1613885" y="303827"/>
                  </a:lnTo>
                  <a:lnTo>
                    <a:pt x="1583178" y="271622"/>
                  </a:lnTo>
                  <a:lnTo>
                    <a:pt x="1550972" y="240918"/>
                  </a:lnTo>
                  <a:lnTo>
                    <a:pt x="1517325" y="211771"/>
                  </a:lnTo>
                  <a:lnTo>
                    <a:pt x="1482296" y="184241"/>
                  </a:lnTo>
                  <a:lnTo>
                    <a:pt x="1445942" y="158386"/>
                  </a:lnTo>
                  <a:lnTo>
                    <a:pt x="1408322" y="134265"/>
                  </a:lnTo>
                  <a:lnTo>
                    <a:pt x="1369494" y="111935"/>
                  </a:lnTo>
                  <a:lnTo>
                    <a:pt x="1329517" y="91454"/>
                  </a:lnTo>
                  <a:lnTo>
                    <a:pt x="1288449" y="72882"/>
                  </a:lnTo>
                  <a:lnTo>
                    <a:pt x="1246349" y="56277"/>
                  </a:lnTo>
                  <a:lnTo>
                    <a:pt x="1203275" y="41696"/>
                  </a:lnTo>
                  <a:lnTo>
                    <a:pt x="1159285" y="29198"/>
                  </a:lnTo>
                  <a:lnTo>
                    <a:pt x="1114438" y="18842"/>
                  </a:lnTo>
                  <a:lnTo>
                    <a:pt x="1068793" y="10686"/>
                  </a:lnTo>
                  <a:lnTo>
                    <a:pt x="1022406" y="4788"/>
                  </a:lnTo>
                  <a:lnTo>
                    <a:pt x="975338" y="1206"/>
                  </a:lnTo>
                  <a:lnTo>
                    <a:pt x="9276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algn="r" defTabSz="914377" rtl="1"/>
              <a:endParaRPr/>
            </a:p>
          </p:txBody>
        </p:sp>
      </p:grp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5D900D9-F8B5-04A2-80DF-D83AAF1CD5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28780" y="5286027"/>
            <a:ext cx="1642810" cy="1050925"/>
          </a:xfrm>
          <a:prstGeom prst="rect">
            <a:avLst/>
          </a:prstGeom>
        </p:spPr>
        <p:txBody>
          <a:bodyPr/>
          <a:lstStyle>
            <a:lvl1pPr marL="0" indent="0" algn="r" rtl="1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l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914400" indent="0" algn="l"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371600" indent="0" algn="l"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1828800" indent="0" algn="l"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42CAD374-BC5F-414C-E632-25F35C82B6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74595" y="5286027"/>
            <a:ext cx="1642810" cy="1050925"/>
          </a:xfrm>
          <a:prstGeom prst="rect">
            <a:avLst/>
          </a:prstGeom>
        </p:spPr>
        <p:txBody>
          <a:bodyPr/>
          <a:lstStyle>
            <a:lvl1pPr marL="0" indent="0" algn="r" rtl="1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l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914400" indent="0" algn="l"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371600" indent="0" algn="l"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1828800" indent="0" algn="l"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488108F7-6A00-AEEA-8EDD-476351B89E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20410" y="5286027"/>
            <a:ext cx="1642810" cy="1050925"/>
          </a:xfrm>
          <a:prstGeom prst="rect">
            <a:avLst/>
          </a:prstGeom>
        </p:spPr>
        <p:txBody>
          <a:bodyPr/>
          <a:lstStyle>
            <a:lvl1pPr marL="0" indent="0" algn="r" rtl="1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l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914400" indent="0" algn="l"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371600" indent="0" algn="l"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1828800" indent="0" algn="l"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1" name="object 28">
            <a:extLst>
              <a:ext uri="{FF2B5EF4-FFF2-40B4-BE49-F238E27FC236}">
                <a16:creationId xmlns:a16="http://schemas.microsoft.com/office/drawing/2014/main" id="{714CFE9C-1830-7E38-83AA-F12C5C8DEEE9}"/>
              </a:ext>
            </a:extLst>
          </p:cNvPr>
          <p:cNvGrpSpPr/>
          <p:nvPr/>
        </p:nvGrpSpPr>
        <p:grpSpPr>
          <a:xfrm>
            <a:off x="0" y="6685483"/>
            <a:ext cx="12192000" cy="172519"/>
            <a:chOff x="0" y="7315631"/>
            <a:chExt cx="10685780" cy="244475"/>
          </a:xfrm>
        </p:grpSpPr>
        <p:sp>
          <p:nvSpPr>
            <p:cNvPr id="22" name="object 29">
              <a:extLst>
                <a:ext uri="{FF2B5EF4-FFF2-40B4-BE49-F238E27FC236}">
                  <a16:creationId xmlns:a16="http://schemas.microsoft.com/office/drawing/2014/main" id="{3ABFA028-7E27-3FCC-0FF6-31B9F68A12ED}"/>
                </a:ext>
              </a:extLst>
            </p:cNvPr>
            <p:cNvSpPr/>
            <p:nvPr/>
          </p:nvSpPr>
          <p:spPr>
            <a:xfrm>
              <a:off x="0" y="7315631"/>
              <a:ext cx="5255895" cy="244475"/>
            </a:xfrm>
            <a:custGeom>
              <a:avLst/>
              <a:gdLst/>
              <a:ahLst/>
              <a:cxnLst/>
              <a:rect l="l" t="t" r="r" b="b"/>
              <a:pathLst>
                <a:path w="5255895" h="244475">
                  <a:moveTo>
                    <a:pt x="0" y="0"/>
                  </a:moveTo>
                  <a:lnTo>
                    <a:pt x="5255526" y="0"/>
                  </a:lnTo>
                  <a:lnTo>
                    <a:pt x="5255526" y="244373"/>
                  </a:lnTo>
                  <a:lnTo>
                    <a:pt x="0" y="2443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30">
              <a:extLst>
                <a:ext uri="{FF2B5EF4-FFF2-40B4-BE49-F238E27FC236}">
                  <a16:creationId xmlns:a16="http://schemas.microsoft.com/office/drawing/2014/main" id="{BD6D0296-1D5B-00C4-FB08-D6E46A192458}"/>
                </a:ext>
              </a:extLst>
            </p:cNvPr>
            <p:cNvSpPr/>
            <p:nvPr/>
          </p:nvSpPr>
          <p:spPr>
            <a:xfrm>
              <a:off x="5255526" y="7315631"/>
              <a:ext cx="5430520" cy="244475"/>
            </a:xfrm>
            <a:custGeom>
              <a:avLst/>
              <a:gdLst/>
              <a:ahLst/>
              <a:cxnLst/>
              <a:rect l="l" t="t" r="r" b="b"/>
              <a:pathLst>
                <a:path w="5430520" h="244475">
                  <a:moveTo>
                    <a:pt x="5429897" y="0"/>
                  </a:moveTo>
                  <a:lnTo>
                    <a:pt x="0" y="0"/>
                  </a:lnTo>
                  <a:lnTo>
                    <a:pt x="0" y="244373"/>
                  </a:lnTo>
                  <a:lnTo>
                    <a:pt x="5429897" y="244373"/>
                  </a:lnTo>
                  <a:lnTo>
                    <a:pt x="5429897" y="0"/>
                  </a:lnTo>
                  <a:close/>
                </a:path>
              </a:pathLst>
            </a:custGeom>
            <a:solidFill>
              <a:srgbClr val="F15A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16">
            <a:extLst>
              <a:ext uri="{FF2B5EF4-FFF2-40B4-BE49-F238E27FC236}">
                <a16:creationId xmlns:a16="http://schemas.microsoft.com/office/drawing/2014/main" id="{F6D5360D-A1D4-D17E-5946-767B0982DF20}"/>
              </a:ext>
            </a:extLst>
          </p:cNvPr>
          <p:cNvGrpSpPr/>
          <p:nvPr userDrawn="1"/>
        </p:nvGrpSpPr>
        <p:grpSpPr>
          <a:xfrm>
            <a:off x="10205824" y="452744"/>
            <a:ext cx="1070111" cy="330711"/>
            <a:chOff x="11225438" y="-568480"/>
            <a:chExt cx="1179702" cy="364578"/>
          </a:xfrm>
        </p:grpSpPr>
        <p:sp>
          <p:nvSpPr>
            <p:cNvPr id="30" name="object 17">
              <a:extLst>
                <a:ext uri="{FF2B5EF4-FFF2-40B4-BE49-F238E27FC236}">
                  <a16:creationId xmlns:a16="http://schemas.microsoft.com/office/drawing/2014/main" id="{DDB8AC4B-BA2F-EB22-3706-591B698B4C75}"/>
                </a:ext>
              </a:extLst>
            </p:cNvPr>
            <p:cNvSpPr/>
            <p:nvPr/>
          </p:nvSpPr>
          <p:spPr>
            <a:xfrm>
              <a:off x="12386725" y="-338552"/>
              <a:ext cx="18415" cy="125730"/>
            </a:xfrm>
            <a:custGeom>
              <a:avLst/>
              <a:gdLst/>
              <a:ahLst/>
              <a:cxnLst/>
              <a:rect l="l" t="t" r="r" b="b"/>
              <a:pathLst>
                <a:path w="18415" h="125729">
                  <a:moveTo>
                    <a:pt x="18034" y="0"/>
                  </a:moveTo>
                  <a:lnTo>
                    <a:pt x="0" y="0"/>
                  </a:lnTo>
                  <a:lnTo>
                    <a:pt x="0" y="125171"/>
                  </a:lnTo>
                  <a:lnTo>
                    <a:pt x="18034" y="125171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64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18">
              <a:extLst>
                <a:ext uri="{FF2B5EF4-FFF2-40B4-BE49-F238E27FC236}">
                  <a16:creationId xmlns:a16="http://schemas.microsoft.com/office/drawing/2014/main" id="{832C9897-2780-8D93-BC3D-E643E54D610D}"/>
                </a:ext>
              </a:extLst>
            </p:cNvPr>
            <p:cNvPicPr/>
            <p:nvPr/>
          </p:nvPicPr>
          <p:blipFill>
            <a:blip r:embed="rId2" cstate="print">
              <a:biLevel thresh="25000"/>
            </a:blip>
            <a:stretch>
              <a:fillRect/>
            </a:stretch>
          </p:blipFill>
          <p:spPr>
            <a:xfrm>
              <a:off x="11225438" y="-568480"/>
              <a:ext cx="1179130" cy="364578"/>
            </a:xfrm>
            <a:prstGeom prst="rect">
              <a:avLst/>
            </a:prstGeom>
          </p:spPr>
        </p:pic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83560CA-5290-B910-50B1-711294DBDBAF}"/>
              </a:ext>
            </a:extLst>
          </p:cNvPr>
          <p:cNvCxnSpPr>
            <a:cxnSpLocks/>
          </p:cNvCxnSpPr>
          <p:nvPr userDrawn="1"/>
        </p:nvCxnSpPr>
        <p:spPr>
          <a:xfrm>
            <a:off x="1092425" y="745188"/>
            <a:ext cx="888977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Date Placeholder 3">
            <a:extLst>
              <a:ext uri="{FF2B5EF4-FFF2-40B4-BE49-F238E27FC236}">
                <a16:creationId xmlns:a16="http://schemas.microsoft.com/office/drawing/2014/main" id="{AB4ECA03-B4FE-BF32-9B07-FC495233442C}"/>
              </a:ext>
            </a:extLst>
          </p:cNvPr>
          <p:cNvSpPr txBox="1">
            <a:spLocks/>
          </p:cNvSpPr>
          <p:nvPr userDrawn="1"/>
        </p:nvSpPr>
        <p:spPr>
          <a:xfrm>
            <a:off x="10631767" y="6305611"/>
            <a:ext cx="1089424" cy="4023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EB68D2-7CD7-404A-8B36-E85C0674529F}" type="datetimeFigureOut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1DF0B818-259C-886E-1194-FF6BA0C3226E}"/>
              </a:ext>
            </a:extLst>
          </p:cNvPr>
          <p:cNvSpPr txBox="1">
            <a:spLocks/>
          </p:cNvSpPr>
          <p:nvPr userDrawn="1"/>
        </p:nvSpPr>
        <p:spPr>
          <a:xfrm>
            <a:off x="0" y="6287736"/>
            <a:ext cx="1027688" cy="397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CDE38A-599C-47B6-93B7-860B401EEEB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B05161-044D-104A-5127-A7A275753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065" y="1138545"/>
            <a:ext cx="10515600" cy="1325563"/>
          </a:xfrm>
          <a:prstGeom prst="rect">
            <a:avLst/>
          </a:prstGeom>
        </p:spPr>
        <p:txBody>
          <a:bodyPr/>
          <a:lstStyle>
            <a:lvl1pPr algn="r" rtl="1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13F1239-BFD4-045D-3075-C9EF5F44CE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25675" y="3221038"/>
            <a:ext cx="1246188" cy="1041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0" name="Picture Placeholder 5">
            <a:extLst>
              <a:ext uri="{FF2B5EF4-FFF2-40B4-BE49-F238E27FC236}">
                <a16:creationId xmlns:a16="http://schemas.microsoft.com/office/drawing/2014/main" id="{FFADE109-6866-2504-C49B-4FDD0155E4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72906" y="3219951"/>
            <a:ext cx="1246188" cy="1041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1" name="Picture Placeholder 5">
            <a:extLst>
              <a:ext uri="{FF2B5EF4-FFF2-40B4-BE49-F238E27FC236}">
                <a16:creationId xmlns:a16="http://schemas.microsoft.com/office/drawing/2014/main" id="{C17D5545-9050-428F-1458-2B1FAA921E7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18721" y="3219951"/>
            <a:ext cx="1246188" cy="1041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59248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64497AE7-0B95-E939-C2CA-CF3AC835ECE7}"/>
              </a:ext>
            </a:extLst>
          </p:cNvPr>
          <p:cNvSpPr/>
          <p:nvPr userDrawn="1"/>
        </p:nvSpPr>
        <p:spPr>
          <a:xfrm>
            <a:off x="-10596" y="0"/>
            <a:ext cx="12202596" cy="6849925"/>
          </a:xfrm>
          <a:custGeom>
            <a:avLst/>
            <a:gdLst/>
            <a:ahLst/>
            <a:cxnLst/>
            <a:rect l="l" t="t" r="r" b="b"/>
            <a:pathLst>
              <a:path w="10666095" h="7551420">
                <a:moveTo>
                  <a:pt x="10665701" y="0"/>
                </a:moveTo>
                <a:lnTo>
                  <a:pt x="0" y="0"/>
                </a:lnTo>
                <a:lnTo>
                  <a:pt x="0" y="7550861"/>
                </a:lnTo>
                <a:lnTo>
                  <a:pt x="10665701" y="7550861"/>
                </a:lnTo>
                <a:lnTo>
                  <a:pt x="10665701" y="0"/>
                </a:lnTo>
                <a:close/>
              </a:path>
            </a:pathLst>
          </a:custGeom>
          <a:solidFill>
            <a:srgbClr val="F1F2F2"/>
          </a:solidFill>
        </p:spPr>
        <p:txBody>
          <a:bodyPr wrap="square" lIns="0" tIns="0" rIns="0" bIns="0" rtlCol="0"/>
          <a:lstStyle/>
          <a:p>
            <a:pPr algn="r" defTabSz="914377" rtl="1"/>
            <a:endParaRPr dirty="0"/>
          </a:p>
        </p:txBody>
      </p:sp>
      <p:sp>
        <p:nvSpPr>
          <p:cNvPr id="22" name="object 17">
            <a:extLst>
              <a:ext uri="{FF2B5EF4-FFF2-40B4-BE49-F238E27FC236}">
                <a16:creationId xmlns:a16="http://schemas.microsoft.com/office/drawing/2014/main" id="{62784431-D0D9-D3B3-32D8-6C2E044E9A67}"/>
              </a:ext>
            </a:extLst>
          </p:cNvPr>
          <p:cNvSpPr/>
          <p:nvPr/>
        </p:nvSpPr>
        <p:spPr>
          <a:xfrm>
            <a:off x="2037813" y="4794552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80" h="754379">
                <a:moveTo>
                  <a:pt x="377405" y="0"/>
                </a:moveTo>
                <a:lnTo>
                  <a:pt x="330107" y="2936"/>
                </a:lnTo>
                <a:lnTo>
                  <a:pt x="284551" y="11510"/>
                </a:lnTo>
                <a:lnTo>
                  <a:pt x="241090" y="25368"/>
                </a:lnTo>
                <a:lnTo>
                  <a:pt x="200082" y="44158"/>
                </a:lnTo>
                <a:lnTo>
                  <a:pt x="161881" y="67527"/>
                </a:lnTo>
                <a:lnTo>
                  <a:pt x="126843" y="95121"/>
                </a:lnTo>
                <a:lnTo>
                  <a:pt x="95324" y="126588"/>
                </a:lnTo>
                <a:lnTo>
                  <a:pt x="67678" y="161575"/>
                </a:lnTo>
                <a:lnTo>
                  <a:pt x="44262" y="199728"/>
                </a:lnTo>
                <a:lnTo>
                  <a:pt x="25430" y="240695"/>
                </a:lnTo>
                <a:lnTo>
                  <a:pt x="11539" y="284123"/>
                </a:lnTo>
                <a:lnTo>
                  <a:pt x="2944" y="329658"/>
                </a:lnTo>
                <a:lnTo>
                  <a:pt x="0" y="376948"/>
                </a:lnTo>
                <a:lnTo>
                  <a:pt x="2944" y="424316"/>
                </a:lnTo>
                <a:lnTo>
                  <a:pt x="11539" y="469921"/>
                </a:lnTo>
                <a:lnTo>
                  <a:pt x="25430" y="513409"/>
                </a:lnTo>
                <a:lnTo>
                  <a:pt x="44262" y="554429"/>
                </a:lnTo>
                <a:lnTo>
                  <a:pt x="67678" y="592628"/>
                </a:lnTo>
                <a:lnTo>
                  <a:pt x="95324" y="627653"/>
                </a:lnTo>
                <a:lnTo>
                  <a:pt x="126843" y="659152"/>
                </a:lnTo>
                <a:lnTo>
                  <a:pt x="161881" y="686773"/>
                </a:lnTo>
                <a:lnTo>
                  <a:pt x="200082" y="710162"/>
                </a:lnTo>
                <a:lnTo>
                  <a:pt x="241090" y="728967"/>
                </a:lnTo>
                <a:lnTo>
                  <a:pt x="284551" y="742836"/>
                </a:lnTo>
                <a:lnTo>
                  <a:pt x="330107" y="751416"/>
                </a:lnTo>
                <a:lnTo>
                  <a:pt x="377405" y="754354"/>
                </a:lnTo>
                <a:lnTo>
                  <a:pt x="424691" y="751416"/>
                </a:lnTo>
                <a:lnTo>
                  <a:pt x="470224" y="742836"/>
                </a:lnTo>
                <a:lnTo>
                  <a:pt x="513652" y="728967"/>
                </a:lnTo>
                <a:lnTo>
                  <a:pt x="554620" y="710162"/>
                </a:lnTo>
                <a:lnTo>
                  <a:pt x="592776" y="686773"/>
                </a:lnTo>
                <a:lnTo>
                  <a:pt x="627767" y="659152"/>
                </a:lnTo>
                <a:lnTo>
                  <a:pt x="659238" y="627653"/>
                </a:lnTo>
                <a:lnTo>
                  <a:pt x="686837" y="592628"/>
                </a:lnTo>
                <a:lnTo>
                  <a:pt x="710210" y="554429"/>
                </a:lnTo>
                <a:lnTo>
                  <a:pt x="729004" y="513409"/>
                </a:lnTo>
                <a:lnTo>
                  <a:pt x="742866" y="469921"/>
                </a:lnTo>
                <a:lnTo>
                  <a:pt x="751442" y="424316"/>
                </a:lnTo>
                <a:lnTo>
                  <a:pt x="754380" y="376948"/>
                </a:lnTo>
                <a:lnTo>
                  <a:pt x="751442" y="329658"/>
                </a:lnTo>
                <a:lnTo>
                  <a:pt x="742866" y="284123"/>
                </a:lnTo>
                <a:lnTo>
                  <a:pt x="729004" y="240695"/>
                </a:lnTo>
                <a:lnTo>
                  <a:pt x="710210" y="199728"/>
                </a:lnTo>
                <a:lnTo>
                  <a:pt x="686837" y="161575"/>
                </a:lnTo>
                <a:lnTo>
                  <a:pt x="659238" y="126588"/>
                </a:lnTo>
                <a:lnTo>
                  <a:pt x="627767" y="95121"/>
                </a:lnTo>
                <a:lnTo>
                  <a:pt x="592776" y="67527"/>
                </a:lnTo>
                <a:lnTo>
                  <a:pt x="554620" y="44158"/>
                </a:lnTo>
                <a:lnTo>
                  <a:pt x="513652" y="25368"/>
                </a:lnTo>
                <a:lnTo>
                  <a:pt x="470224" y="11510"/>
                </a:lnTo>
                <a:lnTo>
                  <a:pt x="424691" y="2936"/>
                </a:lnTo>
                <a:lnTo>
                  <a:pt x="377405" y="0"/>
                </a:lnTo>
                <a:close/>
              </a:path>
            </a:pathLst>
          </a:custGeom>
          <a:solidFill>
            <a:srgbClr val="064E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0">
            <a:extLst>
              <a:ext uri="{FF2B5EF4-FFF2-40B4-BE49-F238E27FC236}">
                <a16:creationId xmlns:a16="http://schemas.microsoft.com/office/drawing/2014/main" id="{4CD6D627-AE7A-FB1E-D6D2-E97D70CCEBD4}"/>
              </a:ext>
            </a:extLst>
          </p:cNvPr>
          <p:cNvSpPr/>
          <p:nvPr/>
        </p:nvSpPr>
        <p:spPr>
          <a:xfrm>
            <a:off x="6942745" y="4794552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376974" y="0"/>
                </a:moveTo>
                <a:lnTo>
                  <a:pt x="329683" y="2936"/>
                </a:lnTo>
                <a:lnTo>
                  <a:pt x="284146" y="11510"/>
                </a:lnTo>
                <a:lnTo>
                  <a:pt x="240717" y="25368"/>
                </a:lnTo>
                <a:lnTo>
                  <a:pt x="199748" y="44158"/>
                </a:lnTo>
                <a:lnTo>
                  <a:pt x="161592" y="67527"/>
                </a:lnTo>
                <a:lnTo>
                  <a:pt x="126602" y="95121"/>
                </a:lnTo>
                <a:lnTo>
                  <a:pt x="95132" y="126588"/>
                </a:lnTo>
                <a:lnTo>
                  <a:pt x="67535" y="161575"/>
                </a:lnTo>
                <a:lnTo>
                  <a:pt x="44164" y="199728"/>
                </a:lnTo>
                <a:lnTo>
                  <a:pt x="25372" y="240695"/>
                </a:lnTo>
                <a:lnTo>
                  <a:pt x="11511" y="284123"/>
                </a:lnTo>
                <a:lnTo>
                  <a:pt x="2936" y="329658"/>
                </a:lnTo>
                <a:lnTo>
                  <a:pt x="0" y="376948"/>
                </a:lnTo>
                <a:lnTo>
                  <a:pt x="2936" y="424316"/>
                </a:lnTo>
                <a:lnTo>
                  <a:pt x="11511" y="469921"/>
                </a:lnTo>
                <a:lnTo>
                  <a:pt x="25372" y="513409"/>
                </a:lnTo>
                <a:lnTo>
                  <a:pt x="44164" y="554429"/>
                </a:lnTo>
                <a:lnTo>
                  <a:pt x="67535" y="592628"/>
                </a:lnTo>
                <a:lnTo>
                  <a:pt x="95132" y="627653"/>
                </a:lnTo>
                <a:lnTo>
                  <a:pt x="126602" y="659152"/>
                </a:lnTo>
                <a:lnTo>
                  <a:pt x="161592" y="686773"/>
                </a:lnTo>
                <a:lnTo>
                  <a:pt x="199748" y="710162"/>
                </a:lnTo>
                <a:lnTo>
                  <a:pt x="240717" y="728967"/>
                </a:lnTo>
                <a:lnTo>
                  <a:pt x="284146" y="742836"/>
                </a:lnTo>
                <a:lnTo>
                  <a:pt x="329683" y="751416"/>
                </a:lnTo>
                <a:lnTo>
                  <a:pt x="376974" y="754354"/>
                </a:lnTo>
                <a:lnTo>
                  <a:pt x="424351" y="751416"/>
                </a:lnTo>
                <a:lnTo>
                  <a:pt x="469962" y="742836"/>
                </a:lnTo>
                <a:lnTo>
                  <a:pt x="513454" y="728967"/>
                </a:lnTo>
                <a:lnTo>
                  <a:pt x="554474" y="710162"/>
                </a:lnTo>
                <a:lnTo>
                  <a:pt x="592671" y="686773"/>
                </a:lnTo>
                <a:lnTo>
                  <a:pt x="627693" y="659152"/>
                </a:lnTo>
                <a:lnTo>
                  <a:pt x="659188" y="627653"/>
                </a:lnTo>
                <a:lnTo>
                  <a:pt x="686804" y="592628"/>
                </a:lnTo>
                <a:lnTo>
                  <a:pt x="710187" y="554429"/>
                </a:lnTo>
                <a:lnTo>
                  <a:pt x="728988" y="513409"/>
                </a:lnTo>
                <a:lnTo>
                  <a:pt x="742853" y="469921"/>
                </a:lnTo>
                <a:lnTo>
                  <a:pt x="751430" y="424316"/>
                </a:lnTo>
                <a:lnTo>
                  <a:pt x="754367" y="376948"/>
                </a:lnTo>
                <a:lnTo>
                  <a:pt x="751430" y="329658"/>
                </a:lnTo>
                <a:lnTo>
                  <a:pt x="742853" y="284123"/>
                </a:lnTo>
                <a:lnTo>
                  <a:pt x="728988" y="240695"/>
                </a:lnTo>
                <a:lnTo>
                  <a:pt x="710187" y="199728"/>
                </a:lnTo>
                <a:lnTo>
                  <a:pt x="686804" y="161575"/>
                </a:lnTo>
                <a:lnTo>
                  <a:pt x="659188" y="126588"/>
                </a:lnTo>
                <a:lnTo>
                  <a:pt x="627693" y="95121"/>
                </a:lnTo>
                <a:lnTo>
                  <a:pt x="592671" y="67527"/>
                </a:lnTo>
                <a:lnTo>
                  <a:pt x="554474" y="44158"/>
                </a:lnTo>
                <a:lnTo>
                  <a:pt x="513454" y="25368"/>
                </a:lnTo>
                <a:lnTo>
                  <a:pt x="469962" y="11510"/>
                </a:lnTo>
                <a:lnTo>
                  <a:pt x="424351" y="2936"/>
                </a:lnTo>
                <a:lnTo>
                  <a:pt x="376974" y="0"/>
                </a:lnTo>
                <a:close/>
              </a:path>
            </a:pathLst>
          </a:custGeom>
          <a:solidFill>
            <a:srgbClr val="8082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3">
            <a:extLst>
              <a:ext uri="{FF2B5EF4-FFF2-40B4-BE49-F238E27FC236}">
                <a16:creationId xmlns:a16="http://schemas.microsoft.com/office/drawing/2014/main" id="{19FD91B3-EF08-A796-0851-B22535D6D4E4}"/>
              </a:ext>
            </a:extLst>
          </p:cNvPr>
          <p:cNvSpPr/>
          <p:nvPr/>
        </p:nvSpPr>
        <p:spPr>
          <a:xfrm>
            <a:off x="4445124" y="2684867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376948" y="0"/>
                </a:moveTo>
                <a:lnTo>
                  <a:pt x="329660" y="2934"/>
                </a:lnTo>
                <a:lnTo>
                  <a:pt x="284127" y="11505"/>
                </a:lnTo>
                <a:lnTo>
                  <a:pt x="240700" y="25357"/>
                </a:lnTo>
                <a:lnTo>
                  <a:pt x="199734" y="44141"/>
                </a:lnTo>
                <a:lnTo>
                  <a:pt x="161580" y="67503"/>
                </a:lnTo>
                <a:lnTo>
                  <a:pt x="126593" y="95091"/>
                </a:lnTo>
                <a:lnTo>
                  <a:pt x="95126" y="126552"/>
                </a:lnTo>
                <a:lnTo>
                  <a:pt x="67530" y="161536"/>
                </a:lnTo>
                <a:lnTo>
                  <a:pt x="44161" y="199689"/>
                </a:lnTo>
                <a:lnTo>
                  <a:pt x="25370" y="240658"/>
                </a:lnTo>
                <a:lnTo>
                  <a:pt x="11511" y="284093"/>
                </a:lnTo>
                <a:lnTo>
                  <a:pt x="2936" y="329640"/>
                </a:lnTo>
                <a:lnTo>
                  <a:pt x="0" y="376948"/>
                </a:lnTo>
                <a:lnTo>
                  <a:pt x="2936" y="424317"/>
                </a:lnTo>
                <a:lnTo>
                  <a:pt x="11511" y="469920"/>
                </a:lnTo>
                <a:lnTo>
                  <a:pt x="25370" y="513404"/>
                </a:lnTo>
                <a:lnTo>
                  <a:pt x="44161" y="554417"/>
                </a:lnTo>
                <a:lnTo>
                  <a:pt x="67530" y="592608"/>
                </a:lnTo>
                <a:lnTo>
                  <a:pt x="95126" y="627625"/>
                </a:lnTo>
                <a:lnTo>
                  <a:pt x="126593" y="659114"/>
                </a:lnTo>
                <a:lnTo>
                  <a:pt x="161580" y="686725"/>
                </a:lnTo>
                <a:lnTo>
                  <a:pt x="199734" y="710105"/>
                </a:lnTo>
                <a:lnTo>
                  <a:pt x="240700" y="728903"/>
                </a:lnTo>
                <a:lnTo>
                  <a:pt x="284127" y="742765"/>
                </a:lnTo>
                <a:lnTo>
                  <a:pt x="329660" y="751341"/>
                </a:lnTo>
                <a:lnTo>
                  <a:pt x="376948" y="754278"/>
                </a:lnTo>
                <a:lnTo>
                  <a:pt x="424246" y="751341"/>
                </a:lnTo>
                <a:lnTo>
                  <a:pt x="469802" y="742765"/>
                </a:lnTo>
                <a:lnTo>
                  <a:pt x="513262" y="728903"/>
                </a:lnTo>
                <a:lnTo>
                  <a:pt x="554269" y="710105"/>
                </a:lnTo>
                <a:lnTo>
                  <a:pt x="592468" y="686725"/>
                </a:lnTo>
                <a:lnTo>
                  <a:pt x="627505" y="659114"/>
                </a:lnTo>
                <a:lnTo>
                  <a:pt x="659023" y="627625"/>
                </a:lnTo>
                <a:lnTo>
                  <a:pt x="686667" y="592608"/>
                </a:lnTo>
                <a:lnTo>
                  <a:pt x="710082" y="554417"/>
                </a:lnTo>
                <a:lnTo>
                  <a:pt x="728912" y="513404"/>
                </a:lnTo>
                <a:lnTo>
                  <a:pt x="742803" y="469920"/>
                </a:lnTo>
                <a:lnTo>
                  <a:pt x="751397" y="424317"/>
                </a:lnTo>
                <a:lnTo>
                  <a:pt x="754341" y="376948"/>
                </a:lnTo>
                <a:lnTo>
                  <a:pt x="751397" y="329640"/>
                </a:lnTo>
                <a:lnTo>
                  <a:pt x="742803" y="284093"/>
                </a:lnTo>
                <a:lnTo>
                  <a:pt x="728912" y="240658"/>
                </a:lnTo>
                <a:lnTo>
                  <a:pt x="710082" y="199689"/>
                </a:lnTo>
                <a:lnTo>
                  <a:pt x="686667" y="161536"/>
                </a:lnTo>
                <a:lnTo>
                  <a:pt x="659023" y="126552"/>
                </a:lnTo>
                <a:lnTo>
                  <a:pt x="627505" y="95091"/>
                </a:lnTo>
                <a:lnTo>
                  <a:pt x="592468" y="67503"/>
                </a:lnTo>
                <a:lnTo>
                  <a:pt x="554269" y="44141"/>
                </a:lnTo>
                <a:lnTo>
                  <a:pt x="513262" y="25357"/>
                </a:lnTo>
                <a:lnTo>
                  <a:pt x="469802" y="11505"/>
                </a:lnTo>
                <a:lnTo>
                  <a:pt x="424246" y="2934"/>
                </a:lnTo>
                <a:lnTo>
                  <a:pt x="376948" y="0"/>
                </a:lnTo>
                <a:close/>
              </a:path>
            </a:pathLst>
          </a:custGeom>
          <a:solidFill>
            <a:srgbClr val="F15A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6">
            <a:extLst>
              <a:ext uri="{FF2B5EF4-FFF2-40B4-BE49-F238E27FC236}">
                <a16:creationId xmlns:a16="http://schemas.microsoft.com/office/drawing/2014/main" id="{6B90B88A-97B5-2A06-9552-978ED61404B5}"/>
              </a:ext>
            </a:extLst>
          </p:cNvPr>
          <p:cNvSpPr/>
          <p:nvPr/>
        </p:nvSpPr>
        <p:spPr>
          <a:xfrm>
            <a:off x="9381254" y="2670582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377393" y="0"/>
                </a:moveTo>
                <a:lnTo>
                  <a:pt x="330013" y="2934"/>
                </a:lnTo>
                <a:lnTo>
                  <a:pt x="284400" y="11505"/>
                </a:lnTo>
                <a:lnTo>
                  <a:pt x="240908" y="25357"/>
                </a:lnTo>
                <a:lnTo>
                  <a:pt x="199887" y="44141"/>
                </a:lnTo>
                <a:lnTo>
                  <a:pt x="161689" y="67503"/>
                </a:lnTo>
                <a:lnTo>
                  <a:pt x="126668" y="95091"/>
                </a:lnTo>
                <a:lnTo>
                  <a:pt x="95174" y="126552"/>
                </a:lnTo>
                <a:lnTo>
                  <a:pt x="67559" y="161536"/>
                </a:lnTo>
                <a:lnTo>
                  <a:pt x="44176" y="199689"/>
                </a:lnTo>
                <a:lnTo>
                  <a:pt x="25377" y="240658"/>
                </a:lnTo>
                <a:lnTo>
                  <a:pt x="11513" y="284093"/>
                </a:lnTo>
                <a:lnTo>
                  <a:pt x="2937" y="329640"/>
                </a:lnTo>
                <a:lnTo>
                  <a:pt x="0" y="376948"/>
                </a:lnTo>
                <a:lnTo>
                  <a:pt x="2937" y="424317"/>
                </a:lnTo>
                <a:lnTo>
                  <a:pt x="11513" y="469920"/>
                </a:lnTo>
                <a:lnTo>
                  <a:pt x="25377" y="513404"/>
                </a:lnTo>
                <a:lnTo>
                  <a:pt x="44176" y="554417"/>
                </a:lnTo>
                <a:lnTo>
                  <a:pt x="67559" y="592608"/>
                </a:lnTo>
                <a:lnTo>
                  <a:pt x="95174" y="627625"/>
                </a:lnTo>
                <a:lnTo>
                  <a:pt x="126668" y="659114"/>
                </a:lnTo>
                <a:lnTo>
                  <a:pt x="161689" y="686725"/>
                </a:lnTo>
                <a:lnTo>
                  <a:pt x="199887" y="710105"/>
                </a:lnTo>
                <a:lnTo>
                  <a:pt x="240908" y="728903"/>
                </a:lnTo>
                <a:lnTo>
                  <a:pt x="284400" y="742765"/>
                </a:lnTo>
                <a:lnTo>
                  <a:pt x="330013" y="751341"/>
                </a:lnTo>
                <a:lnTo>
                  <a:pt x="377393" y="754278"/>
                </a:lnTo>
                <a:lnTo>
                  <a:pt x="424683" y="751341"/>
                </a:lnTo>
                <a:lnTo>
                  <a:pt x="470220" y="742765"/>
                </a:lnTo>
                <a:lnTo>
                  <a:pt x="513649" y="728903"/>
                </a:lnTo>
                <a:lnTo>
                  <a:pt x="554619" y="710105"/>
                </a:lnTo>
                <a:lnTo>
                  <a:pt x="592775" y="686725"/>
                </a:lnTo>
                <a:lnTo>
                  <a:pt x="627764" y="659114"/>
                </a:lnTo>
                <a:lnTo>
                  <a:pt x="659234" y="627625"/>
                </a:lnTo>
                <a:lnTo>
                  <a:pt x="686831" y="592608"/>
                </a:lnTo>
                <a:lnTo>
                  <a:pt x="710202" y="554417"/>
                </a:lnTo>
                <a:lnTo>
                  <a:pt x="728995" y="513404"/>
                </a:lnTo>
                <a:lnTo>
                  <a:pt x="742855" y="469920"/>
                </a:lnTo>
                <a:lnTo>
                  <a:pt x="751430" y="424317"/>
                </a:lnTo>
                <a:lnTo>
                  <a:pt x="754367" y="376948"/>
                </a:lnTo>
                <a:lnTo>
                  <a:pt x="751430" y="329640"/>
                </a:lnTo>
                <a:lnTo>
                  <a:pt x="742855" y="284093"/>
                </a:lnTo>
                <a:lnTo>
                  <a:pt x="728995" y="240658"/>
                </a:lnTo>
                <a:lnTo>
                  <a:pt x="710202" y="199689"/>
                </a:lnTo>
                <a:lnTo>
                  <a:pt x="686831" y="161536"/>
                </a:lnTo>
                <a:lnTo>
                  <a:pt x="659234" y="126552"/>
                </a:lnTo>
                <a:lnTo>
                  <a:pt x="627764" y="95091"/>
                </a:lnTo>
                <a:lnTo>
                  <a:pt x="592775" y="67503"/>
                </a:lnTo>
                <a:lnTo>
                  <a:pt x="554619" y="44141"/>
                </a:lnTo>
                <a:lnTo>
                  <a:pt x="513649" y="25357"/>
                </a:lnTo>
                <a:lnTo>
                  <a:pt x="470220" y="11505"/>
                </a:lnTo>
                <a:lnTo>
                  <a:pt x="424683" y="2934"/>
                </a:lnTo>
                <a:lnTo>
                  <a:pt x="377393" y="0"/>
                </a:lnTo>
                <a:close/>
              </a:path>
            </a:pathLst>
          </a:custGeom>
          <a:solidFill>
            <a:srgbClr val="064E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28">
            <a:extLst>
              <a:ext uri="{FF2B5EF4-FFF2-40B4-BE49-F238E27FC236}">
                <a16:creationId xmlns:a16="http://schemas.microsoft.com/office/drawing/2014/main" id="{305D82F8-D86D-5D7C-694D-FBC5F4237CF4}"/>
              </a:ext>
            </a:extLst>
          </p:cNvPr>
          <p:cNvGrpSpPr/>
          <p:nvPr/>
        </p:nvGrpSpPr>
        <p:grpSpPr>
          <a:xfrm flipH="1">
            <a:off x="0" y="6685483"/>
            <a:ext cx="12192000" cy="172519"/>
            <a:chOff x="0" y="7315631"/>
            <a:chExt cx="10685780" cy="244475"/>
          </a:xfrm>
        </p:grpSpPr>
        <p:sp>
          <p:nvSpPr>
            <p:cNvPr id="34" name="object 29">
              <a:extLst>
                <a:ext uri="{FF2B5EF4-FFF2-40B4-BE49-F238E27FC236}">
                  <a16:creationId xmlns:a16="http://schemas.microsoft.com/office/drawing/2014/main" id="{9BE52657-784B-38C7-F12E-45BDA7808EE8}"/>
                </a:ext>
              </a:extLst>
            </p:cNvPr>
            <p:cNvSpPr/>
            <p:nvPr/>
          </p:nvSpPr>
          <p:spPr>
            <a:xfrm>
              <a:off x="0" y="7315631"/>
              <a:ext cx="5255895" cy="244475"/>
            </a:xfrm>
            <a:custGeom>
              <a:avLst/>
              <a:gdLst/>
              <a:ahLst/>
              <a:cxnLst/>
              <a:rect l="l" t="t" r="r" b="b"/>
              <a:pathLst>
                <a:path w="5255895" h="244475">
                  <a:moveTo>
                    <a:pt x="0" y="0"/>
                  </a:moveTo>
                  <a:lnTo>
                    <a:pt x="5255526" y="0"/>
                  </a:lnTo>
                  <a:lnTo>
                    <a:pt x="5255526" y="244373"/>
                  </a:lnTo>
                  <a:lnTo>
                    <a:pt x="0" y="2443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0">
              <a:extLst>
                <a:ext uri="{FF2B5EF4-FFF2-40B4-BE49-F238E27FC236}">
                  <a16:creationId xmlns:a16="http://schemas.microsoft.com/office/drawing/2014/main" id="{F1B5A513-0BF5-3F4F-AD51-A1281695F9D5}"/>
                </a:ext>
              </a:extLst>
            </p:cNvPr>
            <p:cNvSpPr/>
            <p:nvPr/>
          </p:nvSpPr>
          <p:spPr>
            <a:xfrm>
              <a:off x="5255526" y="7315631"/>
              <a:ext cx="5430520" cy="244475"/>
            </a:xfrm>
            <a:custGeom>
              <a:avLst/>
              <a:gdLst/>
              <a:ahLst/>
              <a:cxnLst/>
              <a:rect l="l" t="t" r="r" b="b"/>
              <a:pathLst>
                <a:path w="5430520" h="244475">
                  <a:moveTo>
                    <a:pt x="5429897" y="0"/>
                  </a:moveTo>
                  <a:lnTo>
                    <a:pt x="0" y="0"/>
                  </a:lnTo>
                  <a:lnTo>
                    <a:pt x="0" y="244373"/>
                  </a:lnTo>
                  <a:lnTo>
                    <a:pt x="5429897" y="244373"/>
                  </a:lnTo>
                  <a:lnTo>
                    <a:pt x="5429897" y="0"/>
                  </a:lnTo>
                  <a:close/>
                </a:path>
              </a:pathLst>
            </a:custGeom>
            <a:solidFill>
              <a:srgbClr val="F15A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16">
            <a:extLst>
              <a:ext uri="{FF2B5EF4-FFF2-40B4-BE49-F238E27FC236}">
                <a16:creationId xmlns:a16="http://schemas.microsoft.com/office/drawing/2014/main" id="{4909F7BB-5AC2-47F3-7968-CAE2409000E3}"/>
              </a:ext>
            </a:extLst>
          </p:cNvPr>
          <p:cNvGrpSpPr/>
          <p:nvPr userDrawn="1"/>
        </p:nvGrpSpPr>
        <p:grpSpPr>
          <a:xfrm>
            <a:off x="10205824" y="452744"/>
            <a:ext cx="1070111" cy="330711"/>
            <a:chOff x="11225438" y="-568480"/>
            <a:chExt cx="1179702" cy="364578"/>
          </a:xfrm>
        </p:grpSpPr>
        <p:sp>
          <p:nvSpPr>
            <p:cNvPr id="47" name="object 17">
              <a:extLst>
                <a:ext uri="{FF2B5EF4-FFF2-40B4-BE49-F238E27FC236}">
                  <a16:creationId xmlns:a16="http://schemas.microsoft.com/office/drawing/2014/main" id="{35235D9D-F50F-8BB0-D4DC-58491A5F17F2}"/>
                </a:ext>
              </a:extLst>
            </p:cNvPr>
            <p:cNvSpPr/>
            <p:nvPr/>
          </p:nvSpPr>
          <p:spPr>
            <a:xfrm>
              <a:off x="12386725" y="-338552"/>
              <a:ext cx="18415" cy="125730"/>
            </a:xfrm>
            <a:custGeom>
              <a:avLst/>
              <a:gdLst/>
              <a:ahLst/>
              <a:cxnLst/>
              <a:rect l="l" t="t" r="r" b="b"/>
              <a:pathLst>
                <a:path w="18415" h="125729">
                  <a:moveTo>
                    <a:pt x="18034" y="0"/>
                  </a:moveTo>
                  <a:lnTo>
                    <a:pt x="0" y="0"/>
                  </a:lnTo>
                  <a:lnTo>
                    <a:pt x="0" y="125171"/>
                  </a:lnTo>
                  <a:lnTo>
                    <a:pt x="18034" y="125171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64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18">
              <a:extLst>
                <a:ext uri="{FF2B5EF4-FFF2-40B4-BE49-F238E27FC236}">
                  <a16:creationId xmlns:a16="http://schemas.microsoft.com/office/drawing/2014/main" id="{57C6E073-0553-B4F7-E435-C57DCFA069E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25438" y="-568480"/>
              <a:ext cx="1179130" cy="364578"/>
            </a:xfrm>
            <a:prstGeom prst="rect">
              <a:avLst/>
            </a:prstGeom>
          </p:spPr>
        </p:pic>
      </p:grp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0035CFE-2777-3939-4FD6-41F47357848B}"/>
              </a:ext>
            </a:extLst>
          </p:cNvPr>
          <p:cNvCxnSpPr>
            <a:cxnSpLocks/>
          </p:cNvCxnSpPr>
          <p:nvPr userDrawn="1"/>
        </p:nvCxnSpPr>
        <p:spPr>
          <a:xfrm>
            <a:off x="1092425" y="745188"/>
            <a:ext cx="8889775" cy="0"/>
          </a:xfrm>
          <a:prstGeom prst="line">
            <a:avLst/>
          </a:prstGeom>
          <a:ln w="28575">
            <a:solidFill>
              <a:srgbClr val="A7A9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Date Placeholder 3">
            <a:extLst>
              <a:ext uri="{FF2B5EF4-FFF2-40B4-BE49-F238E27FC236}">
                <a16:creationId xmlns:a16="http://schemas.microsoft.com/office/drawing/2014/main" id="{5F09C059-D704-317C-88CD-C7049D1C8322}"/>
              </a:ext>
            </a:extLst>
          </p:cNvPr>
          <p:cNvSpPr txBox="1">
            <a:spLocks/>
          </p:cNvSpPr>
          <p:nvPr userDrawn="1"/>
        </p:nvSpPr>
        <p:spPr>
          <a:xfrm>
            <a:off x="10631767" y="6305611"/>
            <a:ext cx="1089424" cy="4023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EB68D2-7CD7-404A-8B36-E85C0674529F}" type="datetimeFigureOut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5" name="Slide Number Placeholder 5">
            <a:extLst>
              <a:ext uri="{FF2B5EF4-FFF2-40B4-BE49-F238E27FC236}">
                <a16:creationId xmlns:a16="http://schemas.microsoft.com/office/drawing/2014/main" id="{036C2039-3C78-97DB-5A6B-9F99936767F1}"/>
              </a:ext>
            </a:extLst>
          </p:cNvPr>
          <p:cNvSpPr txBox="1">
            <a:spLocks/>
          </p:cNvSpPr>
          <p:nvPr userDrawn="1"/>
        </p:nvSpPr>
        <p:spPr>
          <a:xfrm>
            <a:off x="0" y="6287736"/>
            <a:ext cx="1027688" cy="397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CDE38A-599C-47B6-93B7-860B401EEEB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6" name="object 4">
            <a:extLst>
              <a:ext uri="{FF2B5EF4-FFF2-40B4-BE49-F238E27FC236}">
                <a16:creationId xmlns:a16="http://schemas.microsoft.com/office/drawing/2014/main" id="{6782B227-4306-265D-886E-764E49A1EDD1}"/>
              </a:ext>
            </a:extLst>
          </p:cNvPr>
          <p:cNvSpPr/>
          <p:nvPr userDrawn="1"/>
        </p:nvSpPr>
        <p:spPr>
          <a:xfrm>
            <a:off x="1268828" y="3776327"/>
            <a:ext cx="2292350" cy="563880"/>
          </a:xfrm>
          <a:custGeom>
            <a:avLst/>
            <a:gdLst/>
            <a:ahLst/>
            <a:cxnLst/>
            <a:rect l="l" t="t" r="r" b="b"/>
            <a:pathLst>
              <a:path w="2292350" h="563879">
                <a:moveTo>
                  <a:pt x="2292337" y="0"/>
                </a:moveTo>
                <a:lnTo>
                  <a:pt x="107721" y="0"/>
                </a:lnTo>
                <a:lnTo>
                  <a:pt x="65842" y="8489"/>
                </a:lnTo>
                <a:lnTo>
                  <a:pt x="31596" y="31618"/>
                </a:lnTo>
                <a:lnTo>
                  <a:pt x="8482" y="65874"/>
                </a:lnTo>
                <a:lnTo>
                  <a:pt x="0" y="107746"/>
                </a:lnTo>
                <a:lnTo>
                  <a:pt x="0" y="455891"/>
                </a:lnTo>
                <a:lnTo>
                  <a:pt x="8482" y="497748"/>
                </a:lnTo>
                <a:lnTo>
                  <a:pt x="31596" y="531969"/>
                </a:lnTo>
                <a:lnTo>
                  <a:pt x="65842" y="555063"/>
                </a:lnTo>
                <a:lnTo>
                  <a:pt x="107721" y="563537"/>
                </a:lnTo>
                <a:lnTo>
                  <a:pt x="1978558" y="563537"/>
                </a:lnTo>
                <a:lnTo>
                  <a:pt x="2292337" y="0"/>
                </a:lnTo>
                <a:close/>
              </a:path>
            </a:pathLst>
          </a:custGeom>
          <a:solidFill>
            <a:srgbClr val="064E8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">
            <a:extLst>
              <a:ext uri="{FF2B5EF4-FFF2-40B4-BE49-F238E27FC236}">
                <a16:creationId xmlns:a16="http://schemas.microsoft.com/office/drawing/2014/main" id="{F02DE0BB-2E94-33AC-153E-6B9C48CA88FF}"/>
              </a:ext>
            </a:extLst>
          </p:cNvPr>
          <p:cNvSpPr/>
          <p:nvPr userDrawn="1"/>
        </p:nvSpPr>
        <p:spPr>
          <a:xfrm>
            <a:off x="3601844" y="3776327"/>
            <a:ext cx="2440940" cy="563880"/>
          </a:xfrm>
          <a:custGeom>
            <a:avLst/>
            <a:gdLst/>
            <a:ahLst/>
            <a:cxnLst/>
            <a:rect l="l" t="t" r="r" b="b"/>
            <a:pathLst>
              <a:path w="2440940" h="563879">
                <a:moveTo>
                  <a:pt x="2440343" y="0"/>
                </a:moveTo>
                <a:lnTo>
                  <a:pt x="313359" y="0"/>
                </a:lnTo>
                <a:lnTo>
                  <a:pt x="0" y="563537"/>
                </a:lnTo>
                <a:lnTo>
                  <a:pt x="2126551" y="563537"/>
                </a:lnTo>
                <a:lnTo>
                  <a:pt x="2440343" y="0"/>
                </a:lnTo>
                <a:close/>
              </a:path>
            </a:pathLst>
          </a:custGeom>
          <a:solidFill>
            <a:srgbClr val="F15A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6">
            <a:extLst>
              <a:ext uri="{FF2B5EF4-FFF2-40B4-BE49-F238E27FC236}">
                <a16:creationId xmlns:a16="http://schemas.microsoft.com/office/drawing/2014/main" id="{4C9CE328-6BE1-52AE-65BB-ADBAA44BCDA2}"/>
              </a:ext>
            </a:extLst>
          </p:cNvPr>
          <p:cNvSpPr/>
          <p:nvPr userDrawn="1"/>
        </p:nvSpPr>
        <p:spPr>
          <a:xfrm>
            <a:off x="6099465" y="3776327"/>
            <a:ext cx="2440940" cy="563880"/>
          </a:xfrm>
          <a:custGeom>
            <a:avLst/>
            <a:gdLst/>
            <a:ahLst/>
            <a:cxnLst/>
            <a:rect l="l" t="t" r="r" b="b"/>
            <a:pathLst>
              <a:path w="2440940" h="563879">
                <a:moveTo>
                  <a:pt x="2440317" y="0"/>
                </a:moveTo>
                <a:lnTo>
                  <a:pt x="313347" y="0"/>
                </a:lnTo>
                <a:lnTo>
                  <a:pt x="0" y="563537"/>
                </a:lnTo>
                <a:lnTo>
                  <a:pt x="2126970" y="563537"/>
                </a:lnTo>
                <a:lnTo>
                  <a:pt x="2440317" y="0"/>
                </a:lnTo>
                <a:close/>
              </a:path>
            </a:pathLst>
          </a:custGeom>
          <a:solidFill>
            <a:srgbClr val="8082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4">
            <a:extLst>
              <a:ext uri="{FF2B5EF4-FFF2-40B4-BE49-F238E27FC236}">
                <a16:creationId xmlns:a16="http://schemas.microsoft.com/office/drawing/2014/main" id="{46F609BD-DC5E-97B4-1AF2-266594BE23DF}"/>
              </a:ext>
            </a:extLst>
          </p:cNvPr>
          <p:cNvSpPr/>
          <p:nvPr userDrawn="1"/>
        </p:nvSpPr>
        <p:spPr>
          <a:xfrm flipH="1" flipV="1">
            <a:off x="8612269" y="3776327"/>
            <a:ext cx="2292350" cy="563880"/>
          </a:xfrm>
          <a:custGeom>
            <a:avLst/>
            <a:gdLst/>
            <a:ahLst/>
            <a:cxnLst/>
            <a:rect l="l" t="t" r="r" b="b"/>
            <a:pathLst>
              <a:path w="2292350" h="563879">
                <a:moveTo>
                  <a:pt x="2292337" y="0"/>
                </a:moveTo>
                <a:lnTo>
                  <a:pt x="107721" y="0"/>
                </a:lnTo>
                <a:lnTo>
                  <a:pt x="65842" y="8489"/>
                </a:lnTo>
                <a:lnTo>
                  <a:pt x="31596" y="31618"/>
                </a:lnTo>
                <a:lnTo>
                  <a:pt x="8482" y="65874"/>
                </a:lnTo>
                <a:lnTo>
                  <a:pt x="0" y="107746"/>
                </a:lnTo>
                <a:lnTo>
                  <a:pt x="0" y="455891"/>
                </a:lnTo>
                <a:lnTo>
                  <a:pt x="8482" y="497748"/>
                </a:lnTo>
                <a:lnTo>
                  <a:pt x="31596" y="531969"/>
                </a:lnTo>
                <a:lnTo>
                  <a:pt x="65842" y="555063"/>
                </a:lnTo>
                <a:lnTo>
                  <a:pt x="107721" y="563537"/>
                </a:lnTo>
                <a:lnTo>
                  <a:pt x="1978558" y="563537"/>
                </a:lnTo>
                <a:lnTo>
                  <a:pt x="2292337" y="0"/>
                </a:lnTo>
                <a:close/>
              </a:path>
            </a:pathLst>
          </a:custGeom>
          <a:solidFill>
            <a:srgbClr val="064E8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23">
            <a:extLst>
              <a:ext uri="{FF2B5EF4-FFF2-40B4-BE49-F238E27FC236}">
                <a16:creationId xmlns:a16="http://schemas.microsoft.com/office/drawing/2014/main" id="{6CD0C06F-2C26-4276-B0D3-BEBF372DCD69}"/>
              </a:ext>
            </a:extLst>
          </p:cNvPr>
          <p:cNvSpPr/>
          <p:nvPr userDrawn="1"/>
        </p:nvSpPr>
        <p:spPr>
          <a:xfrm>
            <a:off x="4730874" y="350920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376948" y="0"/>
                </a:moveTo>
                <a:lnTo>
                  <a:pt x="329660" y="2934"/>
                </a:lnTo>
                <a:lnTo>
                  <a:pt x="284127" y="11505"/>
                </a:lnTo>
                <a:lnTo>
                  <a:pt x="240700" y="25357"/>
                </a:lnTo>
                <a:lnTo>
                  <a:pt x="199734" y="44141"/>
                </a:lnTo>
                <a:lnTo>
                  <a:pt x="161580" y="67503"/>
                </a:lnTo>
                <a:lnTo>
                  <a:pt x="126593" y="95091"/>
                </a:lnTo>
                <a:lnTo>
                  <a:pt x="95126" y="126552"/>
                </a:lnTo>
                <a:lnTo>
                  <a:pt x="67530" y="161536"/>
                </a:lnTo>
                <a:lnTo>
                  <a:pt x="44161" y="199689"/>
                </a:lnTo>
                <a:lnTo>
                  <a:pt x="25370" y="240658"/>
                </a:lnTo>
                <a:lnTo>
                  <a:pt x="11511" y="284093"/>
                </a:lnTo>
                <a:lnTo>
                  <a:pt x="2936" y="329640"/>
                </a:lnTo>
                <a:lnTo>
                  <a:pt x="0" y="376948"/>
                </a:lnTo>
                <a:lnTo>
                  <a:pt x="2936" y="424317"/>
                </a:lnTo>
                <a:lnTo>
                  <a:pt x="11511" y="469920"/>
                </a:lnTo>
                <a:lnTo>
                  <a:pt x="25370" y="513404"/>
                </a:lnTo>
                <a:lnTo>
                  <a:pt x="44161" y="554417"/>
                </a:lnTo>
                <a:lnTo>
                  <a:pt x="67530" y="592608"/>
                </a:lnTo>
                <a:lnTo>
                  <a:pt x="95126" y="627625"/>
                </a:lnTo>
                <a:lnTo>
                  <a:pt x="126593" y="659114"/>
                </a:lnTo>
                <a:lnTo>
                  <a:pt x="161580" y="686725"/>
                </a:lnTo>
                <a:lnTo>
                  <a:pt x="199734" y="710105"/>
                </a:lnTo>
                <a:lnTo>
                  <a:pt x="240700" y="728903"/>
                </a:lnTo>
                <a:lnTo>
                  <a:pt x="284127" y="742765"/>
                </a:lnTo>
                <a:lnTo>
                  <a:pt x="329660" y="751341"/>
                </a:lnTo>
                <a:lnTo>
                  <a:pt x="376948" y="754278"/>
                </a:lnTo>
                <a:lnTo>
                  <a:pt x="424246" y="751341"/>
                </a:lnTo>
                <a:lnTo>
                  <a:pt x="469802" y="742765"/>
                </a:lnTo>
                <a:lnTo>
                  <a:pt x="513262" y="728903"/>
                </a:lnTo>
                <a:lnTo>
                  <a:pt x="554269" y="710105"/>
                </a:lnTo>
                <a:lnTo>
                  <a:pt x="592468" y="686725"/>
                </a:lnTo>
                <a:lnTo>
                  <a:pt x="627505" y="659114"/>
                </a:lnTo>
                <a:lnTo>
                  <a:pt x="659023" y="627625"/>
                </a:lnTo>
                <a:lnTo>
                  <a:pt x="686667" y="592608"/>
                </a:lnTo>
                <a:lnTo>
                  <a:pt x="710082" y="554417"/>
                </a:lnTo>
                <a:lnTo>
                  <a:pt x="728912" y="513404"/>
                </a:lnTo>
                <a:lnTo>
                  <a:pt x="742803" y="469920"/>
                </a:lnTo>
                <a:lnTo>
                  <a:pt x="751397" y="424317"/>
                </a:lnTo>
                <a:lnTo>
                  <a:pt x="754341" y="376948"/>
                </a:lnTo>
                <a:lnTo>
                  <a:pt x="751397" y="329640"/>
                </a:lnTo>
                <a:lnTo>
                  <a:pt x="742803" y="284093"/>
                </a:lnTo>
                <a:lnTo>
                  <a:pt x="728912" y="240658"/>
                </a:lnTo>
                <a:lnTo>
                  <a:pt x="710082" y="199689"/>
                </a:lnTo>
                <a:lnTo>
                  <a:pt x="686667" y="161536"/>
                </a:lnTo>
                <a:lnTo>
                  <a:pt x="659023" y="126552"/>
                </a:lnTo>
                <a:lnTo>
                  <a:pt x="627505" y="95091"/>
                </a:lnTo>
                <a:lnTo>
                  <a:pt x="592468" y="67503"/>
                </a:lnTo>
                <a:lnTo>
                  <a:pt x="554269" y="44141"/>
                </a:lnTo>
                <a:lnTo>
                  <a:pt x="513262" y="25357"/>
                </a:lnTo>
                <a:lnTo>
                  <a:pt x="469802" y="11505"/>
                </a:lnTo>
                <a:lnTo>
                  <a:pt x="424246" y="2934"/>
                </a:lnTo>
                <a:lnTo>
                  <a:pt x="376948" y="0"/>
                </a:lnTo>
                <a:close/>
              </a:path>
            </a:pathLst>
          </a:custGeom>
          <a:solidFill>
            <a:srgbClr val="F15A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23">
            <a:extLst>
              <a:ext uri="{FF2B5EF4-FFF2-40B4-BE49-F238E27FC236}">
                <a16:creationId xmlns:a16="http://schemas.microsoft.com/office/drawing/2014/main" id="{D06587B0-BE93-19E0-0D05-0B654C4F581E}"/>
              </a:ext>
            </a:extLst>
          </p:cNvPr>
          <p:cNvSpPr/>
          <p:nvPr userDrawn="1"/>
        </p:nvSpPr>
        <p:spPr>
          <a:xfrm>
            <a:off x="2323563" y="447593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376948" y="0"/>
                </a:moveTo>
                <a:lnTo>
                  <a:pt x="329660" y="2934"/>
                </a:lnTo>
                <a:lnTo>
                  <a:pt x="284127" y="11505"/>
                </a:lnTo>
                <a:lnTo>
                  <a:pt x="240700" y="25357"/>
                </a:lnTo>
                <a:lnTo>
                  <a:pt x="199734" y="44141"/>
                </a:lnTo>
                <a:lnTo>
                  <a:pt x="161580" y="67503"/>
                </a:lnTo>
                <a:lnTo>
                  <a:pt x="126593" y="95091"/>
                </a:lnTo>
                <a:lnTo>
                  <a:pt x="95126" y="126552"/>
                </a:lnTo>
                <a:lnTo>
                  <a:pt x="67530" y="161536"/>
                </a:lnTo>
                <a:lnTo>
                  <a:pt x="44161" y="199689"/>
                </a:lnTo>
                <a:lnTo>
                  <a:pt x="25370" y="240658"/>
                </a:lnTo>
                <a:lnTo>
                  <a:pt x="11511" y="284093"/>
                </a:lnTo>
                <a:lnTo>
                  <a:pt x="2936" y="329640"/>
                </a:lnTo>
                <a:lnTo>
                  <a:pt x="0" y="376948"/>
                </a:lnTo>
                <a:lnTo>
                  <a:pt x="2936" y="424317"/>
                </a:lnTo>
                <a:lnTo>
                  <a:pt x="11511" y="469920"/>
                </a:lnTo>
                <a:lnTo>
                  <a:pt x="25370" y="513404"/>
                </a:lnTo>
                <a:lnTo>
                  <a:pt x="44161" y="554417"/>
                </a:lnTo>
                <a:lnTo>
                  <a:pt x="67530" y="592608"/>
                </a:lnTo>
                <a:lnTo>
                  <a:pt x="95126" y="627625"/>
                </a:lnTo>
                <a:lnTo>
                  <a:pt x="126593" y="659114"/>
                </a:lnTo>
                <a:lnTo>
                  <a:pt x="161580" y="686725"/>
                </a:lnTo>
                <a:lnTo>
                  <a:pt x="199734" y="710105"/>
                </a:lnTo>
                <a:lnTo>
                  <a:pt x="240700" y="728903"/>
                </a:lnTo>
                <a:lnTo>
                  <a:pt x="284127" y="742765"/>
                </a:lnTo>
                <a:lnTo>
                  <a:pt x="329660" y="751341"/>
                </a:lnTo>
                <a:lnTo>
                  <a:pt x="376948" y="754278"/>
                </a:lnTo>
                <a:lnTo>
                  <a:pt x="424246" y="751341"/>
                </a:lnTo>
                <a:lnTo>
                  <a:pt x="469802" y="742765"/>
                </a:lnTo>
                <a:lnTo>
                  <a:pt x="513262" y="728903"/>
                </a:lnTo>
                <a:lnTo>
                  <a:pt x="554269" y="710105"/>
                </a:lnTo>
                <a:lnTo>
                  <a:pt x="592468" y="686725"/>
                </a:lnTo>
                <a:lnTo>
                  <a:pt x="627505" y="659114"/>
                </a:lnTo>
                <a:lnTo>
                  <a:pt x="659023" y="627625"/>
                </a:lnTo>
                <a:lnTo>
                  <a:pt x="686667" y="592608"/>
                </a:lnTo>
                <a:lnTo>
                  <a:pt x="710082" y="554417"/>
                </a:lnTo>
                <a:lnTo>
                  <a:pt x="728912" y="513404"/>
                </a:lnTo>
                <a:lnTo>
                  <a:pt x="742803" y="469920"/>
                </a:lnTo>
                <a:lnTo>
                  <a:pt x="751397" y="424317"/>
                </a:lnTo>
                <a:lnTo>
                  <a:pt x="754341" y="376948"/>
                </a:lnTo>
                <a:lnTo>
                  <a:pt x="751397" y="329640"/>
                </a:lnTo>
                <a:lnTo>
                  <a:pt x="742803" y="284093"/>
                </a:lnTo>
                <a:lnTo>
                  <a:pt x="728912" y="240658"/>
                </a:lnTo>
                <a:lnTo>
                  <a:pt x="710082" y="199689"/>
                </a:lnTo>
                <a:lnTo>
                  <a:pt x="686667" y="161536"/>
                </a:lnTo>
                <a:lnTo>
                  <a:pt x="659023" y="126552"/>
                </a:lnTo>
                <a:lnTo>
                  <a:pt x="627505" y="95091"/>
                </a:lnTo>
                <a:lnTo>
                  <a:pt x="592468" y="67503"/>
                </a:lnTo>
                <a:lnTo>
                  <a:pt x="554269" y="44141"/>
                </a:lnTo>
                <a:lnTo>
                  <a:pt x="513262" y="25357"/>
                </a:lnTo>
                <a:lnTo>
                  <a:pt x="469802" y="11505"/>
                </a:lnTo>
                <a:lnTo>
                  <a:pt x="424246" y="2934"/>
                </a:lnTo>
                <a:lnTo>
                  <a:pt x="376948" y="0"/>
                </a:lnTo>
                <a:close/>
              </a:path>
            </a:pathLst>
          </a:custGeom>
          <a:solidFill>
            <a:srgbClr val="064E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23">
            <a:extLst>
              <a:ext uri="{FF2B5EF4-FFF2-40B4-BE49-F238E27FC236}">
                <a16:creationId xmlns:a16="http://schemas.microsoft.com/office/drawing/2014/main" id="{89CE49AA-C800-6E9D-1AC7-CCB8ECEFADEF}"/>
              </a:ext>
            </a:extLst>
          </p:cNvPr>
          <p:cNvSpPr/>
          <p:nvPr userDrawn="1"/>
        </p:nvSpPr>
        <p:spPr>
          <a:xfrm>
            <a:off x="7228495" y="447593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376948" y="0"/>
                </a:moveTo>
                <a:lnTo>
                  <a:pt x="329660" y="2934"/>
                </a:lnTo>
                <a:lnTo>
                  <a:pt x="284127" y="11505"/>
                </a:lnTo>
                <a:lnTo>
                  <a:pt x="240700" y="25357"/>
                </a:lnTo>
                <a:lnTo>
                  <a:pt x="199734" y="44141"/>
                </a:lnTo>
                <a:lnTo>
                  <a:pt x="161580" y="67503"/>
                </a:lnTo>
                <a:lnTo>
                  <a:pt x="126593" y="95091"/>
                </a:lnTo>
                <a:lnTo>
                  <a:pt x="95126" y="126552"/>
                </a:lnTo>
                <a:lnTo>
                  <a:pt x="67530" y="161536"/>
                </a:lnTo>
                <a:lnTo>
                  <a:pt x="44161" y="199689"/>
                </a:lnTo>
                <a:lnTo>
                  <a:pt x="25370" y="240658"/>
                </a:lnTo>
                <a:lnTo>
                  <a:pt x="11511" y="284093"/>
                </a:lnTo>
                <a:lnTo>
                  <a:pt x="2936" y="329640"/>
                </a:lnTo>
                <a:lnTo>
                  <a:pt x="0" y="376948"/>
                </a:lnTo>
                <a:lnTo>
                  <a:pt x="2936" y="424317"/>
                </a:lnTo>
                <a:lnTo>
                  <a:pt x="11511" y="469920"/>
                </a:lnTo>
                <a:lnTo>
                  <a:pt x="25370" y="513404"/>
                </a:lnTo>
                <a:lnTo>
                  <a:pt x="44161" y="554417"/>
                </a:lnTo>
                <a:lnTo>
                  <a:pt x="67530" y="592608"/>
                </a:lnTo>
                <a:lnTo>
                  <a:pt x="95126" y="627625"/>
                </a:lnTo>
                <a:lnTo>
                  <a:pt x="126593" y="659114"/>
                </a:lnTo>
                <a:lnTo>
                  <a:pt x="161580" y="686725"/>
                </a:lnTo>
                <a:lnTo>
                  <a:pt x="199734" y="710105"/>
                </a:lnTo>
                <a:lnTo>
                  <a:pt x="240700" y="728903"/>
                </a:lnTo>
                <a:lnTo>
                  <a:pt x="284127" y="742765"/>
                </a:lnTo>
                <a:lnTo>
                  <a:pt x="329660" y="751341"/>
                </a:lnTo>
                <a:lnTo>
                  <a:pt x="376948" y="754278"/>
                </a:lnTo>
                <a:lnTo>
                  <a:pt x="424246" y="751341"/>
                </a:lnTo>
                <a:lnTo>
                  <a:pt x="469802" y="742765"/>
                </a:lnTo>
                <a:lnTo>
                  <a:pt x="513262" y="728903"/>
                </a:lnTo>
                <a:lnTo>
                  <a:pt x="554269" y="710105"/>
                </a:lnTo>
                <a:lnTo>
                  <a:pt x="592468" y="686725"/>
                </a:lnTo>
                <a:lnTo>
                  <a:pt x="627505" y="659114"/>
                </a:lnTo>
                <a:lnTo>
                  <a:pt x="659023" y="627625"/>
                </a:lnTo>
                <a:lnTo>
                  <a:pt x="686667" y="592608"/>
                </a:lnTo>
                <a:lnTo>
                  <a:pt x="710082" y="554417"/>
                </a:lnTo>
                <a:lnTo>
                  <a:pt x="728912" y="513404"/>
                </a:lnTo>
                <a:lnTo>
                  <a:pt x="742803" y="469920"/>
                </a:lnTo>
                <a:lnTo>
                  <a:pt x="751397" y="424317"/>
                </a:lnTo>
                <a:lnTo>
                  <a:pt x="754341" y="376948"/>
                </a:lnTo>
                <a:lnTo>
                  <a:pt x="751397" y="329640"/>
                </a:lnTo>
                <a:lnTo>
                  <a:pt x="742803" y="284093"/>
                </a:lnTo>
                <a:lnTo>
                  <a:pt x="728912" y="240658"/>
                </a:lnTo>
                <a:lnTo>
                  <a:pt x="710082" y="199689"/>
                </a:lnTo>
                <a:lnTo>
                  <a:pt x="686667" y="161536"/>
                </a:lnTo>
                <a:lnTo>
                  <a:pt x="659023" y="126552"/>
                </a:lnTo>
                <a:lnTo>
                  <a:pt x="627505" y="95091"/>
                </a:lnTo>
                <a:lnTo>
                  <a:pt x="592468" y="67503"/>
                </a:lnTo>
                <a:lnTo>
                  <a:pt x="554269" y="44141"/>
                </a:lnTo>
                <a:lnTo>
                  <a:pt x="513262" y="25357"/>
                </a:lnTo>
                <a:lnTo>
                  <a:pt x="469802" y="11505"/>
                </a:lnTo>
                <a:lnTo>
                  <a:pt x="424246" y="2934"/>
                </a:lnTo>
                <a:lnTo>
                  <a:pt x="376948" y="0"/>
                </a:lnTo>
                <a:close/>
              </a:path>
            </a:pathLst>
          </a:custGeom>
          <a:solidFill>
            <a:srgbClr val="8082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23">
            <a:extLst>
              <a:ext uri="{FF2B5EF4-FFF2-40B4-BE49-F238E27FC236}">
                <a16:creationId xmlns:a16="http://schemas.microsoft.com/office/drawing/2014/main" id="{F228C222-1726-D497-B517-35511E314EEB}"/>
              </a:ext>
            </a:extLst>
          </p:cNvPr>
          <p:cNvSpPr/>
          <p:nvPr userDrawn="1"/>
        </p:nvSpPr>
        <p:spPr>
          <a:xfrm>
            <a:off x="9667004" y="350920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376948" y="0"/>
                </a:moveTo>
                <a:lnTo>
                  <a:pt x="329660" y="2934"/>
                </a:lnTo>
                <a:lnTo>
                  <a:pt x="284127" y="11505"/>
                </a:lnTo>
                <a:lnTo>
                  <a:pt x="240700" y="25357"/>
                </a:lnTo>
                <a:lnTo>
                  <a:pt x="199734" y="44141"/>
                </a:lnTo>
                <a:lnTo>
                  <a:pt x="161580" y="67503"/>
                </a:lnTo>
                <a:lnTo>
                  <a:pt x="126593" y="95091"/>
                </a:lnTo>
                <a:lnTo>
                  <a:pt x="95126" y="126552"/>
                </a:lnTo>
                <a:lnTo>
                  <a:pt x="67530" y="161536"/>
                </a:lnTo>
                <a:lnTo>
                  <a:pt x="44161" y="199689"/>
                </a:lnTo>
                <a:lnTo>
                  <a:pt x="25370" y="240658"/>
                </a:lnTo>
                <a:lnTo>
                  <a:pt x="11511" y="284093"/>
                </a:lnTo>
                <a:lnTo>
                  <a:pt x="2936" y="329640"/>
                </a:lnTo>
                <a:lnTo>
                  <a:pt x="0" y="376948"/>
                </a:lnTo>
                <a:lnTo>
                  <a:pt x="2936" y="424317"/>
                </a:lnTo>
                <a:lnTo>
                  <a:pt x="11511" y="469920"/>
                </a:lnTo>
                <a:lnTo>
                  <a:pt x="25370" y="513404"/>
                </a:lnTo>
                <a:lnTo>
                  <a:pt x="44161" y="554417"/>
                </a:lnTo>
                <a:lnTo>
                  <a:pt x="67530" y="592608"/>
                </a:lnTo>
                <a:lnTo>
                  <a:pt x="95126" y="627625"/>
                </a:lnTo>
                <a:lnTo>
                  <a:pt x="126593" y="659114"/>
                </a:lnTo>
                <a:lnTo>
                  <a:pt x="161580" y="686725"/>
                </a:lnTo>
                <a:lnTo>
                  <a:pt x="199734" y="710105"/>
                </a:lnTo>
                <a:lnTo>
                  <a:pt x="240700" y="728903"/>
                </a:lnTo>
                <a:lnTo>
                  <a:pt x="284127" y="742765"/>
                </a:lnTo>
                <a:lnTo>
                  <a:pt x="329660" y="751341"/>
                </a:lnTo>
                <a:lnTo>
                  <a:pt x="376948" y="754278"/>
                </a:lnTo>
                <a:lnTo>
                  <a:pt x="424246" y="751341"/>
                </a:lnTo>
                <a:lnTo>
                  <a:pt x="469802" y="742765"/>
                </a:lnTo>
                <a:lnTo>
                  <a:pt x="513262" y="728903"/>
                </a:lnTo>
                <a:lnTo>
                  <a:pt x="554269" y="710105"/>
                </a:lnTo>
                <a:lnTo>
                  <a:pt x="592468" y="686725"/>
                </a:lnTo>
                <a:lnTo>
                  <a:pt x="627505" y="659114"/>
                </a:lnTo>
                <a:lnTo>
                  <a:pt x="659023" y="627625"/>
                </a:lnTo>
                <a:lnTo>
                  <a:pt x="686667" y="592608"/>
                </a:lnTo>
                <a:lnTo>
                  <a:pt x="710082" y="554417"/>
                </a:lnTo>
                <a:lnTo>
                  <a:pt x="728912" y="513404"/>
                </a:lnTo>
                <a:lnTo>
                  <a:pt x="742803" y="469920"/>
                </a:lnTo>
                <a:lnTo>
                  <a:pt x="751397" y="424317"/>
                </a:lnTo>
                <a:lnTo>
                  <a:pt x="754341" y="376948"/>
                </a:lnTo>
                <a:lnTo>
                  <a:pt x="751397" y="329640"/>
                </a:lnTo>
                <a:lnTo>
                  <a:pt x="742803" y="284093"/>
                </a:lnTo>
                <a:lnTo>
                  <a:pt x="728912" y="240658"/>
                </a:lnTo>
                <a:lnTo>
                  <a:pt x="710082" y="199689"/>
                </a:lnTo>
                <a:lnTo>
                  <a:pt x="686667" y="161536"/>
                </a:lnTo>
                <a:lnTo>
                  <a:pt x="659023" y="126552"/>
                </a:lnTo>
                <a:lnTo>
                  <a:pt x="627505" y="95091"/>
                </a:lnTo>
                <a:lnTo>
                  <a:pt x="592468" y="67503"/>
                </a:lnTo>
                <a:lnTo>
                  <a:pt x="554269" y="44141"/>
                </a:lnTo>
                <a:lnTo>
                  <a:pt x="513262" y="25357"/>
                </a:lnTo>
                <a:lnTo>
                  <a:pt x="469802" y="11505"/>
                </a:lnTo>
                <a:lnTo>
                  <a:pt x="424246" y="2934"/>
                </a:lnTo>
                <a:lnTo>
                  <a:pt x="376948" y="0"/>
                </a:lnTo>
                <a:close/>
              </a:path>
            </a:pathLst>
          </a:custGeom>
          <a:solidFill>
            <a:srgbClr val="064E8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5518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64497AE7-0B95-E939-C2CA-CF3AC835ECE7}"/>
              </a:ext>
            </a:extLst>
          </p:cNvPr>
          <p:cNvSpPr/>
          <p:nvPr userDrawn="1"/>
        </p:nvSpPr>
        <p:spPr>
          <a:xfrm>
            <a:off x="-10596" y="0"/>
            <a:ext cx="12202596" cy="6849925"/>
          </a:xfrm>
          <a:custGeom>
            <a:avLst/>
            <a:gdLst/>
            <a:ahLst/>
            <a:cxnLst/>
            <a:rect l="l" t="t" r="r" b="b"/>
            <a:pathLst>
              <a:path w="10666095" h="7551420">
                <a:moveTo>
                  <a:pt x="10665701" y="0"/>
                </a:moveTo>
                <a:lnTo>
                  <a:pt x="0" y="0"/>
                </a:lnTo>
                <a:lnTo>
                  <a:pt x="0" y="7550861"/>
                </a:lnTo>
                <a:lnTo>
                  <a:pt x="10665701" y="7550861"/>
                </a:lnTo>
                <a:lnTo>
                  <a:pt x="10665701" y="0"/>
                </a:lnTo>
                <a:close/>
              </a:path>
            </a:pathLst>
          </a:custGeom>
          <a:solidFill>
            <a:srgbClr val="F1F2F2"/>
          </a:solidFill>
        </p:spPr>
        <p:txBody>
          <a:bodyPr wrap="square" lIns="0" tIns="0" rIns="0" bIns="0" rtlCol="0"/>
          <a:lstStyle/>
          <a:p>
            <a:pPr algn="r" defTabSz="914377" rtl="1"/>
            <a:endParaRPr dirty="0"/>
          </a:p>
        </p:txBody>
      </p:sp>
      <p:sp>
        <p:nvSpPr>
          <p:cNvPr id="22" name="object 17">
            <a:extLst>
              <a:ext uri="{FF2B5EF4-FFF2-40B4-BE49-F238E27FC236}">
                <a16:creationId xmlns:a16="http://schemas.microsoft.com/office/drawing/2014/main" id="{62784431-D0D9-D3B3-32D8-6C2E044E9A67}"/>
              </a:ext>
            </a:extLst>
          </p:cNvPr>
          <p:cNvSpPr/>
          <p:nvPr/>
        </p:nvSpPr>
        <p:spPr>
          <a:xfrm>
            <a:off x="2314091" y="2432425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80" h="754379">
                <a:moveTo>
                  <a:pt x="377405" y="0"/>
                </a:moveTo>
                <a:lnTo>
                  <a:pt x="330107" y="2936"/>
                </a:lnTo>
                <a:lnTo>
                  <a:pt x="284551" y="11510"/>
                </a:lnTo>
                <a:lnTo>
                  <a:pt x="241090" y="25368"/>
                </a:lnTo>
                <a:lnTo>
                  <a:pt x="200082" y="44158"/>
                </a:lnTo>
                <a:lnTo>
                  <a:pt x="161881" y="67527"/>
                </a:lnTo>
                <a:lnTo>
                  <a:pt x="126843" y="95121"/>
                </a:lnTo>
                <a:lnTo>
                  <a:pt x="95324" y="126588"/>
                </a:lnTo>
                <a:lnTo>
                  <a:pt x="67678" y="161575"/>
                </a:lnTo>
                <a:lnTo>
                  <a:pt x="44262" y="199728"/>
                </a:lnTo>
                <a:lnTo>
                  <a:pt x="25430" y="240695"/>
                </a:lnTo>
                <a:lnTo>
                  <a:pt x="11539" y="284123"/>
                </a:lnTo>
                <a:lnTo>
                  <a:pt x="2944" y="329658"/>
                </a:lnTo>
                <a:lnTo>
                  <a:pt x="0" y="376948"/>
                </a:lnTo>
                <a:lnTo>
                  <a:pt x="2944" y="424316"/>
                </a:lnTo>
                <a:lnTo>
                  <a:pt x="11539" y="469921"/>
                </a:lnTo>
                <a:lnTo>
                  <a:pt x="25430" y="513409"/>
                </a:lnTo>
                <a:lnTo>
                  <a:pt x="44262" y="554429"/>
                </a:lnTo>
                <a:lnTo>
                  <a:pt x="67678" y="592628"/>
                </a:lnTo>
                <a:lnTo>
                  <a:pt x="95324" y="627653"/>
                </a:lnTo>
                <a:lnTo>
                  <a:pt x="126843" y="659152"/>
                </a:lnTo>
                <a:lnTo>
                  <a:pt x="161881" y="686773"/>
                </a:lnTo>
                <a:lnTo>
                  <a:pt x="200082" y="710162"/>
                </a:lnTo>
                <a:lnTo>
                  <a:pt x="241090" y="728967"/>
                </a:lnTo>
                <a:lnTo>
                  <a:pt x="284551" y="742836"/>
                </a:lnTo>
                <a:lnTo>
                  <a:pt x="330107" y="751416"/>
                </a:lnTo>
                <a:lnTo>
                  <a:pt x="377405" y="754354"/>
                </a:lnTo>
                <a:lnTo>
                  <a:pt x="424691" y="751416"/>
                </a:lnTo>
                <a:lnTo>
                  <a:pt x="470224" y="742836"/>
                </a:lnTo>
                <a:lnTo>
                  <a:pt x="513652" y="728967"/>
                </a:lnTo>
                <a:lnTo>
                  <a:pt x="554620" y="710162"/>
                </a:lnTo>
                <a:lnTo>
                  <a:pt x="592776" y="686773"/>
                </a:lnTo>
                <a:lnTo>
                  <a:pt x="627767" y="659152"/>
                </a:lnTo>
                <a:lnTo>
                  <a:pt x="659238" y="627653"/>
                </a:lnTo>
                <a:lnTo>
                  <a:pt x="686837" y="592628"/>
                </a:lnTo>
                <a:lnTo>
                  <a:pt x="710210" y="554429"/>
                </a:lnTo>
                <a:lnTo>
                  <a:pt x="729004" y="513409"/>
                </a:lnTo>
                <a:lnTo>
                  <a:pt x="742866" y="469921"/>
                </a:lnTo>
                <a:lnTo>
                  <a:pt x="751442" y="424316"/>
                </a:lnTo>
                <a:lnTo>
                  <a:pt x="754380" y="376948"/>
                </a:lnTo>
                <a:lnTo>
                  <a:pt x="751442" y="329658"/>
                </a:lnTo>
                <a:lnTo>
                  <a:pt x="742866" y="284123"/>
                </a:lnTo>
                <a:lnTo>
                  <a:pt x="729004" y="240695"/>
                </a:lnTo>
                <a:lnTo>
                  <a:pt x="710210" y="199728"/>
                </a:lnTo>
                <a:lnTo>
                  <a:pt x="686837" y="161575"/>
                </a:lnTo>
                <a:lnTo>
                  <a:pt x="659238" y="126588"/>
                </a:lnTo>
                <a:lnTo>
                  <a:pt x="627767" y="95121"/>
                </a:lnTo>
                <a:lnTo>
                  <a:pt x="592776" y="67527"/>
                </a:lnTo>
                <a:lnTo>
                  <a:pt x="554620" y="44158"/>
                </a:lnTo>
                <a:lnTo>
                  <a:pt x="513652" y="25368"/>
                </a:lnTo>
                <a:lnTo>
                  <a:pt x="470224" y="11510"/>
                </a:lnTo>
                <a:lnTo>
                  <a:pt x="424691" y="2936"/>
                </a:lnTo>
                <a:lnTo>
                  <a:pt x="377405" y="0"/>
                </a:lnTo>
                <a:close/>
              </a:path>
            </a:pathLst>
          </a:custGeom>
          <a:solidFill>
            <a:srgbClr val="8082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3">
            <a:extLst>
              <a:ext uri="{FF2B5EF4-FFF2-40B4-BE49-F238E27FC236}">
                <a16:creationId xmlns:a16="http://schemas.microsoft.com/office/drawing/2014/main" id="{19FD91B3-EF08-A796-0851-B22535D6D4E4}"/>
              </a:ext>
            </a:extLst>
          </p:cNvPr>
          <p:cNvSpPr/>
          <p:nvPr/>
        </p:nvSpPr>
        <p:spPr>
          <a:xfrm>
            <a:off x="5598534" y="4633775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376948" y="0"/>
                </a:moveTo>
                <a:lnTo>
                  <a:pt x="329660" y="2934"/>
                </a:lnTo>
                <a:lnTo>
                  <a:pt x="284127" y="11505"/>
                </a:lnTo>
                <a:lnTo>
                  <a:pt x="240700" y="25357"/>
                </a:lnTo>
                <a:lnTo>
                  <a:pt x="199734" y="44141"/>
                </a:lnTo>
                <a:lnTo>
                  <a:pt x="161580" y="67503"/>
                </a:lnTo>
                <a:lnTo>
                  <a:pt x="126593" y="95091"/>
                </a:lnTo>
                <a:lnTo>
                  <a:pt x="95126" y="126552"/>
                </a:lnTo>
                <a:lnTo>
                  <a:pt x="67530" y="161536"/>
                </a:lnTo>
                <a:lnTo>
                  <a:pt x="44161" y="199689"/>
                </a:lnTo>
                <a:lnTo>
                  <a:pt x="25370" y="240658"/>
                </a:lnTo>
                <a:lnTo>
                  <a:pt x="11511" y="284093"/>
                </a:lnTo>
                <a:lnTo>
                  <a:pt x="2936" y="329640"/>
                </a:lnTo>
                <a:lnTo>
                  <a:pt x="0" y="376948"/>
                </a:lnTo>
                <a:lnTo>
                  <a:pt x="2936" y="424317"/>
                </a:lnTo>
                <a:lnTo>
                  <a:pt x="11511" y="469920"/>
                </a:lnTo>
                <a:lnTo>
                  <a:pt x="25370" y="513404"/>
                </a:lnTo>
                <a:lnTo>
                  <a:pt x="44161" y="554417"/>
                </a:lnTo>
                <a:lnTo>
                  <a:pt x="67530" y="592608"/>
                </a:lnTo>
                <a:lnTo>
                  <a:pt x="95126" y="627625"/>
                </a:lnTo>
                <a:lnTo>
                  <a:pt x="126593" y="659114"/>
                </a:lnTo>
                <a:lnTo>
                  <a:pt x="161580" y="686725"/>
                </a:lnTo>
                <a:lnTo>
                  <a:pt x="199734" y="710105"/>
                </a:lnTo>
                <a:lnTo>
                  <a:pt x="240700" y="728903"/>
                </a:lnTo>
                <a:lnTo>
                  <a:pt x="284127" y="742765"/>
                </a:lnTo>
                <a:lnTo>
                  <a:pt x="329660" y="751341"/>
                </a:lnTo>
                <a:lnTo>
                  <a:pt x="376948" y="754278"/>
                </a:lnTo>
                <a:lnTo>
                  <a:pt x="424246" y="751341"/>
                </a:lnTo>
                <a:lnTo>
                  <a:pt x="469802" y="742765"/>
                </a:lnTo>
                <a:lnTo>
                  <a:pt x="513262" y="728903"/>
                </a:lnTo>
                <a:lnTo>
                  <a:pt x="554269" y="710105"/>
                </a:lnTo>
                <a:lnTo>
                  <a:pt x="592468" y="686725"/>
                </a:lnTo>
                <a:lnTo>
                  <a:pt x="627505" y="659114"/>
                </a:lnTo>
                <a:lnTo>
                  <a:pt x="659023" y="627625"/>
                </a:lnTo>
                <a:lnTo>
                  <a:pt x="686667" y="592608"/>
                </a:lnTo>
                <a:lnTo>
                  <a:pt x="710082" y="554417"/>
                </a:lnTo>
                <a:lnTo>
                  <a:pt x="728912" y="513404"/>
                </a:lnTo>
                <a:lnTo>
                  <a:pt x="742803" y="469920"/>
                </a:lnTo>
                <a:lnTo>
                  <a:pt x="751397" y="424317"/>
                </a:lnTo>
                <a:lnTo>
                  <a:pt x="754341" y="376948"/>
                </a:lnTo>
                <a:lnTo>
                  <a:pt x="751397" y="329640"/>
                </a:lnTo>
                <a:lnTo>
                  <a:pt x="742803" y="284093"/>
                </a:lnTo>
                <a:lnTo>
                  <a:pt x="728912" y="240658"/>
                </a:lnTo>
                <a:lnTo>
                  <a:pt x="710082" y="199689"/>
                </a:lnTo>
                <a:lnTo>
                  <a:pt x="686667" y="161536"/>
                </a:lnTo>
                <a:lnTo>
                  <a:pt x="659023" y="126552"/>
                </a:lnTo>
                <a:lnTo>
                  <a:pt x="627505" y="95091"/>
                </a:lnTo>
                <a:lnTo>
                  <a:pt x="592468" y="67503"/>
                </a:lnTo>
                <a:lnTo>
                  <a:pt x="554269" y="44141"/>
                </a:lnTo>
                <a:lnTo>
                  <a:pt x="513262" y="25357"/>
                </a:lnTo>
                <a:lnTo>
                  <a:pt x="469802" y="11505"/>
                </a:lnTo>
                <a:lnTo>
                  <a:pt x="424246" y="2934"/>
                </a:lnTo>
                <a:lnTo>
                  <a:pt x="376948" y="0"/>
                </a:lnTo>
                <a:close/>
              </a:path>
            </a:pathLst>
          </a:custGeom>
          <a:solidFill>
            <a:srgbClr val="F15A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6">
            <a:extLst>
              <a:ext uri="{FF2B5EF4-FFF2-40B4-BE49-F238E27FC236}">
                <a16:creationId xmlns:a16="http://schemas.microsoft.com/office/drawing/2014/main" id="{6B90B88A-97B5-2A06-9552-978ED61404B5}"/>
              </a:ext>
            </a:extLst>
          </p:cNvPr>
          <p:cNvSpPr/>
          <p:nvPr/>
        </p:nvSpPr>
        <p:spPr>
          <a:xfrm>
            <a:off x="8882977" y="2432425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377393" y="0"/>
                </a:moveTo>
                <a:lnTo>
                  <a:pt x="330013" y="2934"/>
                </a:lnTo>
                <a:lnTo>
                  <a:pt x="284400" y="11505"/>
                </a:lnTo>
                <a:lnTo>
                  <a:pt x="240908" y="25357"/>
                </a:lnTo>
                <a:lnTo>
                  <a:pt x="199887" y="44141"/>
                </a:lnTo>
                <a:lnTo>
                  <a:pt x="161689" y="67503"/>
                </a:lnTo>
                <a:lnTo>
                  <a:pt x="126668" y="95091"/>
                </a:lnTo>
                <a:lnTo>
                  <a:pt x="95174" y="126552"/>
                </a:lnTo>
                <a:lnTo>
                  <a:pt x="67559" y="161536"/>
                </a:lnTo>
                <a:lnTo>
                  <a:pt x="44176" y="199689"/>
                </a:lnTo>
                <a:lnTo>
                  <a:pt x="25377" y="240658"/>
                </a:lnTo>
                <a:lnTo>
                  <a:pt x="11513" y="284093"/>
                </a:lnTo>
                <a:lnTo>
                  <a:pt x="2937" y="329640"/>
                </a:lnTo>
                <a:lnTo>
                  <a:pt x="0" y="376948"/>
                </a:lnTo>
                <a:lnTo>
                  <a:pt x="2937" y="424317"/>
                </a:lnTo>
                <a:lnTo>
                  <a:pt x="11513" y="469920"/>
                </a:lnTo>
                <a:lnTo>
                  <a:pt x="25377" y="513404"/>
                </a:lnTo>
                <a:lnTo>
                  <a:pt x="44176" y="554417"/>
                </a:lnTo>
                <a:lnTo>
                  <a:pt x="67559" y="592608"/>
                </a:lnTo>
                <a:lnTo>
                  <a:pt x="95174" y="627625"/>
                </a:lnTo>
                <a:lnTo>
                  <a:pt x="126668" y="659114"/>
                </a:lnTo>
                <a:lnTo>
                  <a:pt x="161689" y="686725"/>
                </a:lnTo>
                <a:lnTo>
                  <a:pt x="199887" y="710105"/>
                </a:lnTo>
                <a:lnTo>
                  <a:pt x="240908" y="728903"/>
                </a:lnTo>
                <a:lnTo>
                  <a:pt x="284400" y="742765"/>
                </a:lnTo>
                <a:lnTo>
                  <a:pt x="330013" y="751341"/>
                </a:lnTo>
                <a:lnTo>
                  <a:pt x="377393" y="754278"/>
                </a:lnTo>
                <a:lnTo>
                  <a:pt x="424683" y="751341"/>
                </a:lnTo>
                <a:lnTo>
                  <a:pt x="470220" y="742765"/>
                </a:lnTo>
                <a:lnTo>
                  <a:pt x="513649" y="728903"/>
                </a:lnTo>
                <a:lnTo>
                  <a:pt x="554619" y="710105"/>
                </a:lnTo>
                <a:lnTo>
                  <a:pt x="592775" y="686725"/>
                </a:lnTo>
                <a:lnTo>
                  <a:pt x="627764" y="659114"/>
                </a:lnTo>
                <a:lnTo>
                  <a:pt x="659234" y="627625"/>
                </a:lnTo>
                <a:lnTo>
                  <a:pt x="686831" y="592608"/>
                </a:lnTo>
                <a:lnTo>
                  <a:pt x="710202" y="554417"/>
                </a:lnTo>
                <a:lnTo>
                  <a:pt x="728995" y="513404"/>
                </a:lnTo>
                <a:lnTo>
                  <a:pt x="742855" y="469920"/>
                </a:lnTo>
                <a:lnTo>
                  <a:pt x="751430" y="424317"/>
                </a:lnTo>
                <a:lnTo>
                  <a:pt x="754367" y="376948"/>
                </a:lnTo>
                <a:lnTo>
                  <a:pt x="751430" y="329640"/>
                </a:lnTo>
                <a:lnTo>
                  <a:pt x="742855" y="284093"/>
                </a:lnTo>
                <a:lnTo>
                  <a:pt x="728995" y="240658"/>
                </a:lnTo>
                <a:lnTo>
                  <a:pt x="710202" y="199689"/>
                </a:lnTo>
                <a:lnTo>
                  <a:pt x="686831" y="161536"/>
                </a:lnTo>
                <a:lnTo>
                  <a:pt x="659234" y="126552"/>
                </a:lnTo>
                <a:lnTo>
                  <a:pt x="627764" y="95091"/>
                </a:lnTo>
                <a:lnTo>
                  <a:pt x="592775" y="67503"/>
                </a:lnTo>
                <a:lnTo>
                  <a:pt x="554619" y="44141"/>
                </a:lnTo>
                <a:lnTo>
                  <a:pt x="513649" y="25357"/>
                </a:lnTo>
                <a:lnTo>
                  <a:pt x="470220" y="11505"/>
                </a:lnTo>
                <a:lnTo>
                  <a:pt x="424683" y="2934"/>
                </a:lnTo>
                <a:lnTo>
                  <a:pt x="377393" y="0"/>
                </a:lnTo>
                <a:close/>
              </a:path>
            </a:pathLst>
          </a:custGeom>
          <a:solidFill>
            <a:srgbClr val="064E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28">
            <a:extLst>
              <a:ext uri="{FF2B5EF4-FFF2-40B4-BE49-F238E27FC236}">
                <a16:creationId xmlns:a16="http://schemas.microsoft.com/office/drawing/2014/main" id="{305D82F8-D86D-5D7C-694D-FBC5F4237CF4}"/>
              </a:ext>
            </a:extLst>
          </p:cNvPr>
          <p:cNvGrpSpPr/>
          <p:nvPr/>
        </p:nvGrpSpPr>
        <p:grpSpPr>
          <a:xfrm flipH="1">
            <a:off x="0" y="6685483"/>
            <a:ext cx="12192000" cy="172519"/>
            <a:chOff x="0" y="7315631"/>
            <a:chExt cx="10685780" cy="244475"/>
          </a:xfrm>
        </p:grpSpPr>
        <p:sp>
          <p:nvSpPr>
            <p:cNvPr id="34" name="object 29">
              <a:extLst>
                <a:ext uri="{FF2B5EF4-FFF2-40B4-BE49-F238E27FC236}">
                  <a16:creationId xmlns:a16="http://schemas.microsoft.com/office/drawing/2014/main" id="{9BE52657-784B-38C7-F12E-45BDA7808EE8}"/>
                </a:ext>
              </a:extLst>
            </p:cNvPr>
            <p:cNvSpPr/>
            <p:nvPr/>
          </p:nvSpPr>
          <p:spPr>
            <a:xfrm>
              <a:off x="0" y="7315631"/>
              <a:ext cx="5255895" cy="244475"/>
            </a:xfrm>
            <a:custGeom>
              <a:avLst/>
              <a:gdLst/>
              <a:ahLst/>
              <a:cxnLst/>
              <a:rect l="l" t="t" r="r" b="b"/>
              <a:pathLst>
                <a:path w="5255895" h="244475">
                  <a:moveTo>
                    <a:pt x="0" y="0"/>
                  </a:moveTo>
                  <a:lnTo>
                    <a:pt x="5255526" y="0"/>
                  </a:lnTo>
                  <a:lnTo>
                    <a:pt x="5255526" y="244373"/>
                  </a:lnTo>
                  <a:lnTo>
                    <a:pt x="0" y="2443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0">
              <a:extLst>
                <a:ext uri="{FF2B5EF4-FFF2-40B4-BE49-F238E27FC236}">
                  <a16:creationId xmlns:a16="http://schemas.microsoft.com/office/drawing/2014/main" id="{F1B5A513-0BF5-3F4F-AD51-A1281695F9D5}"/>
                </a:ext>
              </a:extLst>
            </p:cNvPr>
            <p:cNvSpPr/>
            <p:nvPr/>
          </p:nvSpPr>
          <p:spPr>
            <a:xfrm>
              <a:off x="5255526" y="7315631"/>
              <a:ext cx="5430520" cy="244475"/>
            </a:xfrm>
            <a:custGeom>
              <a:avLst/>
              <a:gdLst/>
              <a:ahLst/>
              <a:cxnLst/>
              <a:rect l="l" t="t" r="r" b="b"/>
              <a:pathLst>
                <a:path w="5430520" h="244475">
                  <a:moveTo>
                    <a:pt x="5429897" y="0"/>
                  </a:moveTo>
                  <a:lnTo>
                    <a:pt x="0" y="0"/>
                  </a:lnTo>
                  <a:lnTo>
                    <a:pt x="0" y="244373"/>
                  </a:lnTo>
                  <a:lnTo>
                    <a:pt x="5429897" y="244373"/>
                  </a:lnTo>
                  <a:lnTo>
                    <a:pt x="5429897" y="0"/>
                  </a:lnTo>
                  <a:close/>
                </a:path>
              </a:pathLst>
            </a:custGeom>
            <a:solidFill>
              <a:srgbClr val="F15A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16">
            <a:extLst>
              <a:ext uri="{FF2B5EF4-FFF2-40B4-BE49-F238E27FC236}">
                <a16:creationId xmlns:a16="http://schemas.microsoft.com/office/drawing/2014/main" id="{4909F7BB-5AC2-47F3-7968-CAE2409000E3}"/>
              </a:ext>
            </a:extLst>
          </p:cNvPr>
          <p:cNvGrpSpPr/>
          <p:nvPr userDrawn="1"/>
        </p:nvGrpSpPr>
        <p:grpSpPr>
          <a:xfrm>
            <a:off x="10205824" y="452744"/>
            <a:ext cx="1070111" cy="330711"/>
            <a:chOff x="11225438" y="-568480"/>
            <a:chExt cx="1179702" cy="364578"/>
          </a:xfrm>
        </p:grpSpPr>
        <p:sp>
          <p:nvSpPr>
            <p:cNvPr id="47" name="object 17">
              <a:extLst>
                <a:ext uri="{FF2B5EF4-FFF2-40B4-BE49-F238E27FC236}">
                  <a16:creationId xmlns:a16="http://schemas.microsoft.com/office/drawing/2014/main" id="{35235D9D-F50F-8BB0-D4DC-58491A5F17F2}"/>
                </a:ext>
              </a:extLst>
            </p:cNvPr>
            <p:cNvSpPr/>
            <p:nvPr/>
          </p:nvSpPr>
          <p:spPr>
            <a:xfrm>
              <a:off x="12386725" y="-338552"/>
              <a:ext cx="18415" cy="125730"/>
            </a:xfrm>
            <a:custGeom>
              <a:avLst/>
              <a:gdLst/>
              <a:ahLst/>
              <a:cxnLst/>
              <a:rect l="l" t="t" r="r" b="b"/>
              <a:pathLst>
                <a:path w="18415" h="125729">
                  <a:moveTo>
                    <a:pt x="18034" y="0"/>
                  </a:moveTo>
                  <a:lnTo>
                    <a:pt x="0" y="0"/>
                  </a:lnTo>
                  <a:lnTo>
                    <a:pt x="0" y="125171"/>
                  </a:lnTo>
                  <a:lnTo>
                    <a:pt x="18034" y="125171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64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18">
              <a:extLst>
                <a:ext uri="{FF2B5EF4-FFF2-40B4-BE49-F238E27FC236}">
                  <a16:creationId xmlns:a16="http://schemas.microsoft.com/office/drawing/2014/main" id="{57C6E073-0553-B4F7-E435-C57DCFA069E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25438" y="-568480"/>
              <a:ext cx="1179130" cy="364578"/>
            </a:xfrm>
            <a:prstGeom prst="rect">
              <a:avLst/>
            </a:prstGeom>
          </p:spPr>
        </p:pic>
      </p:grp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0035CFE-2777-3939-4FD6-41F47357848B}"/>
              </a:ext>
            </a:extLst>
          </p:cNvPr>
          <p:cNvCxnSpPr>
            <a:cxnSpLocks/>
          </p:cNvCxnSpPr>
          <p:nvPr userDrawn="1"/>
        </p:nvCxnSpPr>
        <p:spPr>
          <a:xfrm>
            <a:off x="1092425" y="745188"/>
            <a:ext cx="8889775" cy="0"/>
          </a:xfrm>
          <a:prstGeom prst="line">
            <a:avLst/>
          </a:prstGeom>
          <a:ln w="28575">
            <a:solidFill>
              <a:srgbClr val="A7A9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Date Placeholder 3">
            <a:extLst>
              <a:ext uri="{FF2B5EF4-FFF2-40B4-BE49-F238E27FC236}">
                <a16:creationId xmlns:a16="http://schemas.microsoft.com/office/drawing/2014/main" id="{5F09C059-D704-317C-88CD-C7049D1C8322}"/>
              </a:ext>
            </a:extLst>
          </p:cNvPr>
          <p:cNvSpPr txBox="1">
            <a:spLocks/>
          </p:cNvSpPr>
          <p:nvPr userDrawn="1"/>
        </p:nvSpPr>
        <p:spPr>
          <a:xfrm>
            <a:off x="10631767" y="6305611"/>
            <a:ext cx="1089424" cy="4023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EB68D2-7CD7-404A-8B36-E85C0674529F}" type="datetimeFigureOut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5" name="Slide Number Placeholder 5">
            <a:extLst>
              <a:ext uri="{FF2B5EF4-FFF2-40B4-BE49-F238E27FC236}">
                <a16:creationId xmlns:a16="http://schemas.microsoft.com/office/drawing/2014/main" id="{036C2039-3C78-97DB-5A6B-9F99936767F1}"/>
              </a:ext>
            </a:extLst>
          </p:cNvPr>
          <p:cNvSpPr txBox="1">
            <a:spLocks/>
          </p:cNvSpPr>
          <p:nvPr userDrawn="1"/>
        </p:nvSpPr>
        <p:spPr>
          <a:xfrm>
            <a:off x="0" y="6287736"/>
            <a:ext cx="1027688" cy="397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CDE38A-599C-47B6-93B7-860B401EEEB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6" name="object 4">
            <a:extLst>
              <a:ext uri="{FF2B5EF4-FFF2-40B4-BE49-F238E27FC236}">
                <a16:creationId xmlns:a16="http://schemas.microsoft.com/office/drawing/2014/main" id="{6782B227-4306-265D-886E-764E49A1EDD1}"/>
              </a:ext>
            </a:extLst>
          </p:cNvPr>
          <p:cNvSpPr/>
          <p:nvPr userDrawn="1"/>
        </p:nvSpPr>
        <p:spPr>
          <a:xfrm>
            <a:off x="1319681" y="3634462"/>
            <a:ext cx="2743200" cy="563880"/>
          </a:xfrm>
          <a:custGeom>
            <a:avLst/>
            <a:gdLst/>
            <a:ahLst/>
            <a:cxnLst/>
            <a:rect l="l" t="t" r="r" b="b"/>
            <a:pathLst>
              <a:path w="2292350" h="563879">
                <a:moveTo>
                  <a:pt x="2292337" y="0"/>
                </a:moveTo>
                <a:lnTo>
                  <a:pt x="107721" y="0"/>
                </a:lnTo>
                <a:lnTo>
                  <a:pt x="65842" y="8489"/>
                </a:lnTo>
                <a:lnTo>
                  <a:pt x="31596" y="31618"/>
                </a:lnTo>
                <a:lnTo>
                  <a:pt x="8482" y="65874"/>
                </a:lnTo>
                <a:lnTo>
                  <a:pt x="0" y="107746"/>
                </a:lnTo>
                <a:lnTo>
                  <a:pt x="0" y="455891"/>
                </a:lnTo>
                <a:lnTo>
                  <a:pt x="8482" y="497748"/>
                </a:lnTo>
                <a:lnTo>
                  <a:pt x="31596" y="531969"/>
                </a:lnTo>
                <a:lnTo>
                  <a:pt x="65842" y="555063"/>
                </a:lnTo>
                <a:lnTo>
                  <a:pt x="107721" y="563537"/>
                </a:lnTo>
                <a:lnTo>
                  <a:pt x="1978558" y="563537"/>
                </a:lnTo>
                <a:lnTo>
                  <a:pt x="2292337" y="0"/>
                </a:lnTo>
                <a:close/>
              </a:path>
            </a:pathLst>
          </a:custGeom>
          <a:solidFill>
            <a:srgbClr val="808285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">
            <a:extLst>
              <a:ext uri="{FF2B5EF4-FFF2-40B4-BE49-F238E27FC236}">
                <a16:creationId xmlns:a16="http://schemas.microsoft.com/office/drawing/2014/main" id="{F02DE0BB-2E94-33AC-153E-6B9C48CA88FF}"/>
              </a:ext>
            </a:extLst>
          </p:cNvPr>
          <p:cNvSpPr/>
          <p:nvPr userDrawn="1"/>
        </p:nvSpPr>
        <p:spPr>
          <a:xfrm>
            <a:off x="4604124" y="3634462"/>
            <a:ext cx="2743200" cy="563880"/>
          </a:xfrm>
          <a:custGeom>
            <a:avLst/>
            <a:gdLst/>
            <a:ahLst/>
            <a:cxnLst/>
            <a:rect l="l" t="t" r="r" b="b"/>
            <a:pathLst>
              <a:path w="2440940" h="563879">
                <a:moveTo>
                  <a:pt x="2440343" y="0"/>
                </a:moveTo>
                <a:lnTo>
                  <a:pt x="313359" y="0"/>
                </a:lnTo>
                <a:lnTo>
                  <a:pt x="0" y="563537"/>
                </a:lnTo>
                <a:lnTo>
                  <a:pt x="2126551" y="563537"/>
                </a:lnTo>
                <a:lnTo>
                  <a:pt x="2440343" y="0"/>
                </a:lnTo>
                <a:close/>
              </a:path>
            </a:pathLst>
          </a:custGeom>
          <a:solidFill>
            <a:srgbClr val="F15A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4">
            <a:extLst>
              <a:ext uri="{FF2B5EF4-FFF2-40B4-BE49-F238E27FC236}">
                <a16:creationId xmlns:a16="http://schemas.microsoft.com/office/drawing/2014/main" id="{46F609BD-DC5E-97B4-1AF2-266594BE23DF}"/>
              </a:ext>
            </a:extLst>
          </p:cNvPr>
          <p:cNvSpPr/>
          <p:nvPr userDrawn="1"/>
        </p:nvSpPr>
        <p:spPr>
          <a:xfrm flipH="1" flipV="1">
            <a:off x="7888567" y="3620390"/>
            <a:ext cx="2743200" cy="577952"/>
          </a:xfrm>
          <a:custGeom>
            <a:avLst/>
            <a:gdLst/>
            <a:ahLst/>
            <a:cxnLst/>
            <a:rect l="l" t="t" r="r" b="b"/>
            <a:pathLst>
              <a:path w="2292350" h="563879">
                <a:moveTo>
                  <a:pt x="2292337" y="0"/>
                </a:moveTo>
                <a:lnTo>
                  <a:pt x="107721" y="0"/>
                </a:lnTo>
                <a:lnTo>
                  <a:pt x="65842" y="8489"/>
                </a:lnTo>
                <a:lnTo>
                  <a:pt x="31596" y="31618"/>
                </a:lnTo>
                <a:lnTo>
                  <a:pt x="8482" y="65874"/>
                </a:lnTo>
                <a:lnTo>
                  <a:pt x="0" y="107746"/>
                </a:lnTo>
                <a:lnTo>
                  <a:pt x="0" y="455891"/>
                </a:lnTo>
                <a:lnTo>
                  <a:pt x="8482" y="497748"/>
                </a:lnTo>
                <a:lnTo>
                  <a:pt x="31596" y="531969"/>
                </a:lnTo>
                <a:lnTo>
                  <a:pt x="65842" y="555063"/>
                </a:lnTo>
                <a:lnTo>
                  <a:pt x="107721" y="563537"/>
                </a:lnTo>
                <a:lnTo>
                  <a:pt x="1978558" y="563537"/>
                </a:lnTo>
                <a:lnTo>
                  <a:pt x="2292337" y="0"/>
                </a:lnTo>
                <a:close/>
              </a:path>
            </a:pathLst>
          </a:custGeom>
          <a:solidFill>
            <a:srgbClr val="064E8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3">
            <a:extLst>
              <a:ext uri="{FF2B5EF4-FFF2-40B4-BE49-F238E27FC236}">
                <a16:creationId xmlns:a16="http://schemas.microsoft.com/office/drawing/2014/main" id="{633B1E86-2DF5-BF83-4254-A419E4C46D39}"/>
              </a:ext>
            </a:extLst>
          </p:cNvPr>
          <p:cNvSpPr/>
          <p:nvPr userDrawn="1"/>
        </p:nvSpPr>
        <p:spPr>
          <a:xfrm>
            <a:off x="5884284" y="433431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376948" y="0"/>
                </a:moveTo>
                <a:lnTo>
                  <a:pt x="329660" y="2934"/>
                </a:lnTo>
                <a:lnTo>
                  <a:pt x="284127" y="11505"/>
                </a:lnTo>
                <a:lnTo>
                  <a:pt x="240700" y="25357"/>
                </a:lnTo>
                <a:lnTo>
                  <a:pt x="199734" y="44141"/>
                </a:lnTo>
                <a:lnTo>
                  <a:pt x="161580" y="67503"/>
                </a:lnTo>
                <a:lnTo>
                  <a:pt x="126593" y="95091"/>
                </a:lnTo>
                <a:lnTo>
                  <a:pt x="95126" y="126552"/>
                </a:lnTo>
                <a:lnTo>
                  <a:pt x="67530" y="161536"/>
                </a:lnTo>
                <a:lnTo>
                  <a:pt x="44161" y="199689"/>
                </a:lnTo>
                <a:lnTo>
                  <a:pt x="25370" y="240658"/>
                </a:lnTo>
                <a:lnTo>
                  <a:pt x="11511" y="284093"/>
                </a:lnTo>
                <a:lnTo>
                  <a:pt x="2936" y="329640"/>
                </a:lnTo>
                <a:lnTo>
                  <a:pt x="0" y="376948"/>
                </a:lnTo>
                <a:lnTo>
                  <a:pt x="2936" y="424317"/>
                </a:lnTo>
                <a:lnTo>
                  <a:pt x="11511" y="469920"/>
                </a:lnTo>
                <a:lnTo>
                  <a:pt x="25370" y="513404"/>
                </a:lnTo>
                <a:lnTo>
                  <a:pt x="44161" y="554417"/>
                </a:lnTo>
                <a:lnTo>
                  <a:pt x="67530" y="592608"/>
                </a:lnTo>
                <a:lnTo>
                  <a:pt x="95126" y="627625"/>
                </a:lnTo>
                <a:lnTo>
                  <a:pt x="126593" y="659114"/>
                </a:lnTo>
                <a:lnTo>
                  <a:pt x="161580" y="686725"/>
                </a:lnTo>
                <a:lnTo>
                  <a:pt x="199734" y="710105"/>
                </a:lnTo>
                <a:lnTo>
                  <a:pt x="240700" y="728903"/>
                </a:lnTo>
                <a:lnTo>
                  <a:pt x="284127" y="742765"/>
                </a:lnTo>
                <a:lnTo>
                  <a:pt x="329660" y="751341"/>
                </a:lnTo>
                <a:lnTo>
                  <a:pt x="376948" y="754278"/>
                </a:lnTo>
                <a:lnTo>
                  <a:pt x="424246" y="751341"/>
                </a:lnTo>
                <a:lnTo>
                  <a:pt x="469802" y="742765"/>
                </a:lnTo>
                <a:lnTo>
                  <a:pt x="513262" y="728903"/>
                </a:lnTo>
                <a:lnTo>
                  <a:pt x="554269" y="710105"/>
                </a:lnTo>
                <a:lnTo>
                  <a:pt x="592468" y="686725"/>
                </a:lnTo>
                <a:lnTo>
                  <a:pt x="627505" y="659114"/>
                </a:lnTo>
                <a:lnTo>
                  <a:pt x="659023" y="627625"/>
                </a:lnTo>
                <a:lnTo>
                  <a:pt x="686667" y="592608"/>
                </a:lnTo>
                <a:lnTo>
                  <a:pt x="710082" y="554417"/>
                </a:lnTo>
                <a:lnTo>
                  <a:pt x="728912" y="513404"/>
                </a:lnTo>
                <a:lnTo>
                  <a:pt x="742803" y="469920"/>
                </a:lnTo>
                <a:lnTo>
                  <a:pt x="751397" y="424317"/>
                </a:lnTo>
                <a:lnTo>
                  <a:pt x="754341" y="376948"/>
                </a:lnTo>
                <a:lnTo>
                  <a:pt x="751397" y="329640"/>
                </a:lnTo>
                <a:lnTo>
                  <a:pt x="742803" y="284093"/>
                </a:lnTo>
                <a:lnTo>
                  <a:pt x="728912" y="240658"/>
                </a:lnTo>
                <a:lnTo>
                  <a:pt x="710082" y="199689"/>
                </a:lnTo>
                <a:lnTo>
                  <a:pt x="686667" y="161536"/>
                </a:lnTo>
                <a:lnTo>
                  <a:pt x="659023" y="126552"/>
                </a:lnTo>
                <a:lnTo>
                  <a:pt x="627505" y="95091"/>
                </a:lnTo>
                <a:lnTo>
                  <a:pt x="592468" y="67503"/>
                </a:lnTo>
                <a:lnTo>
                  <a:pt x="554269" y="44141"/>
                </a:lnTo>
                <a:lnTo>
                  <a:pt x="513262" y="25357"/>
                </a:lnTo>
                <a:lnTo>
                  <a:pt x="469802" y="11505"/>
                </a:lnTo>
                <a:lnTo>
                  <a:pt x="424246" y="2934"/>
                </a:lnTo>
                <a:lnTo>
                  <a:pt x="376948" y="0"/>
                </a:lnTo>
                <a:close/>
              </a:path>
            </a:pathLst>
          </a:custGeom>
          <a:solidFill>
            <a:srgbClr val="F15A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3">
            <a:extLst>
              <a:ext uri="{FF2B5EF4-FFF2-40B4-BE49-F238E27FC236}">
                <a16:creationId xmlns:a16="http://schemas.microsoft.com/office/drawing/2014/main" id="{0E92737F-045E-6F82-71E7-BFE1DA89452A}"/>
              </a:ext>
            </a:extLst>
          </p:cNvPr>
          <p:cNvSpPr/>
          <p:nvPr userDrawn="1"/>
        </p:nvSpPr>
        <p:spPr>
          <a:xfrm>
            <a:off x="9168727" y="330002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376948" y="0"/>
                </a:moveTo>
                <a:lnTo>
                  <a:pt x="329660" y="2934"/>
                </a:lnTo>
                <a:lnTo>
                  <a:pt x="284127" y="11505"/>
                </a:lnTo>
                <a:lnTo>
                  <a:pt x="240700" y="25357"/>
                </a:lnTo>
                <a:lnTo>
                  <a:pt x="199734" y="44141"/>
                </a:lnTo>
                <a:lnTo>
                  <a:pt x="161580" y="67503"/>
                </a:lnTo>
                <a:lnTo>
                  <a:pt x="126593" y="95091"/>
                </a:lnTo>
                <a:lnTo>
                  <a:pt x="95126" y="126552"/>
                </a:lnTo>
                <a:lnTo>
                  <a:pt x="67530" y="161536"/>
                </a:lnTo>
                <a:lnTo>
                  <a:pt x="44161" y="199689"/>
                </a:lnTo>
                <a:lnTo>
                  <a:pt x="25370" y="240658"/>
                </a:lnTo>
                <a:lnTo>
                  <a:pt x="11511" y="284093"/>
                </a:lnTo>
                <a:lnTo>
                  <a:pt x="2936" y="329640"/>
                </a:lnTo>
                <a:lnTo>
                  <a:pt x="0" y="376948"/>
                </a:lnTo>
                <a:lnTo>
                  <a:pt x="2936" y="424317"/>
                </a:lnTo>
                <a:lnTo>
                  <a:pt x="11511" y="469920"/>
                </a:lnTo>
                <a:lnTo>
                  <a:pt x="25370" y="513404"/>
                </a:lnTo>
                <a:lnTo>
                  <a:pt x="44161" y="554417"/>
                </a:lnTo>
                <a:lnTo>
                  <a:pt x="67530" y="592608"/>
                </a:lnTo>
                <a:lnTo>
                  <a:pt x="95126" y="627625"/>
                </a:lnTo>
                <a:lnTo>
                  <a:pt x="126593" y="659114"/>
                </a:lnTo>
                <a:lnTo>
                  <a:pt x="161580" y="686725"/>
                </a:lnTo>
                <a:lnTo>
                  <a:pt x="199734" y="710105"/>
                </a:lnTo>
                <a:lnTo>
                  <a:pt x="240700" y="728903"/>
                </a:lnTo>
                <a:lnTo>
                  <a:pt x="284127" y="742765"/>
                </a:lnTo>
                <a:lnTo>
                  <a:pt x="329660" y="751341"/>
                </a:lnTo>
                <a:lnTo>
                  <a:pt x="376948" y="754278"/>
                </a:lnTo>
                <a:lnTo>
                  <a:pt x="424246" y="751341"/>
                </a:lnTo>
                <a:lnTo>
                  <a:pt x="469802" y="742765"/>
                </a:lnTo>
                <a:lnTo>
                  <a:pt x="513262" y="728903"/>
                </a:lnTo>
                <a:lnTo>
                  <a:pt x="554269" y="710105"/>
                </a:lnTo>
                <a:lnTo>
                  <a:pt x="592468" y="686725"/>
                </a:lnTo>
                <a:lnTo>
                  <a:pt x="627505" y="659114"/>
                </a:lnTo>
                <a:lnTo>
                  <a:pt x="659023" y="627625"/>
                </a:lnTo>
                <a:lnTo>
                  <a:pt x="686667" y="592608"/>
                </a:lnTo>
                <a:lnTo>
                  <a:pt x="710082" y="554417"/>
                </a:lnTo>
                <a:lnTo>
                  <a:pt x="728912" y="513404"/>
                </a:lnTo>
                <a:lnTo>
                  <a:pt x="742803" y="469920"/>
                </a:lnTo>
                <a:lnTo>
                  <a:pt x="751397" y="424317"/>
                </a:lnTo>
                <a:lnTo>
                  <a:pt x="754341" y="376948"/>
                </a:lnTo>
                <a:lnTo>
                  <a:pt x="751397" y="329640"/>
                </a:lnTo>
                <a:lnTo>
                  <a:pt x="742803" y="284093"/>
                </a:lnTo>
                <a:lnTo>
                  <a:pt x="728912" y="240658"/>
                </a:lnTo>
                <a:lnTo>
                  <a:pt x="710082" y="199689"/>
                </a:lnTo>
                <a:lnTo>
                  <a:pt x="686667" y="161536"/>
                </a:lnTo>
                <a:lnTo>
                  <a:pt x="659023" y="126552"/>
                </a:lnTo>
                <a:lnTo>
                  <a:pt x="627505" y="95091"/>
                </a:lnTo>
                <a:lnTo>
                  <a:pt x="592468" y="67503"/>
                </a:lnTo>
                <a:lnTo>
                  <a:pt x="554269" y="44141"/>
                </a:lnTo>
                <a:lnTo>
                  <a:pt x="513262" y="25357"/>
                </a:lnTo>
                <a:lnTo>
                  <a:pt x="469802" y="11505"/>
                </a:lnTo>
                <a:lnTo>
                  <a:pt x="424246" y="2934"/>
                </a:lnTo>
                <a:lnTo>
                  <a:pt x="376948" y="0"/>
                </a:lnTo>
                <a:close/>
              </a:path>
            </a:pathLst>
          </a:custGeom>
          <a:solidFill>
            <a:srgbClr val="064E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FB6C42E5-9BEA-9785-90B2-659BA30DCF1C}"/>
              </a:ext>
            </a:extLst>
          </p:cNvPr>
          <p:cNvSpPr/>
          <p:nvPr userDrawn="1"/>
        </p:nvSpPr>
        <p:spPr>
          <a:xfrm>
            <a:off x="2599841" y="331215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376948" y="0"/>
                </a:moveTo>
                <a:lnTo>
                  <a:pt x="329660" y="2934"/>
                </a:lnTo>
                <a:lnTo>
                  <a:pt x="284127" y="11505"/>
                </a:lnTo>
                <a:lnTo>
                  <a:pt x="240700" y="25357"/>
                </a:lnTo>
                <a:lnTo>
                  <a:pt x="199734" y="44141"/>
                </a:lnTo>
                <a:lnTo>
                  <a:pt x="161580" y="67503"/>
                </a:lnTo>
                <a:lnTo>
                  <a:pt x="126593" y="95091"/>
                </a:lnTo>
                <a:lnTo>
                  <a:pt x="95126" y="126552"/>
                </a:lnTo>
                <a:lnTo>
                  <a:pt x="67530" y="161536"/>
                </a:lnTo>
                <a:lnTo>
                  <a:pt x="44161" y="199689"/>
                </a:lnTo>
                <a:lnTo>
                  <a:pt x="25370" y="240658"/>
                </a:lnTo>
                <a:lnTo>
                  <a:pt x="11511" y="284093"/>
                </a:lnTo>
                <a:lnTo>
                  <a:pt x="2936" y="329640"/>
                </a:lnTo>
                <a:lnTo>
                  <a:pt x="0" y="376948"/>
                </a:lnTo>
                <a:lnTo>
                  <a:pt x="2936" y="424317"/>
                </a:lnTo>
                <a:lnTo>
                  <a:pt x="11511" y="469920"/>
                </a:lnTo>
                <a:lnTo>
                  <a:pt x="25370" y="513404"/>
                </a:lnTo>
                <a:lnTo>
                  <a:pt x="44161" y="554417"/>
                </a:lnTo>
                <a:lnTo>
                  <a:pt x="67530" y="592608"/>
                </a:lnTo>
                <a:lnTo>
                  <a:pt x="95126" y="627625"/>
                </a:lnTo>
                <a:lnTo>
                  <a:pt x="126593" y="659114"/>
                </a:lnTo>
                <a:lnTo>
                  <a:pt x="161580" y="686725"/>
                </a:lnTo>
                <a:lnTo>
                  <a:pt x="199734" y="710105"/>
                </a:lnTo>
                <a:lnTo>
                  <a:pt x="240700" y="728903"/>
                </a:lnTo>
                <a:lnTo>
                  <a:pt x="284127" y="742765"/>
                </a:lnTo>
                <a:lnTo>
                  <a:pt x="329660" y="751341"/>
                </a:lnTo>
                <a:lnTo>
                  <a:pt x="376948" y="754278"/>
                </a:lnTo>
                <a:lnTo>
                  <a:pt x="424246" y="751341"/>
                </a:lnTo>
                <a:lnTo>
                  <a:pt x="469802" y="742765"/>
                </a:lnTo>
                <a:lnTo>
                  <a:pt x="513262" y="728903"/>
                </a:lnTo>
                <a:lnTo>
                  <a:pt x="554269" y="710105"/>
                </a:lnTo>
                <a:lnTo>
                  <a:pt x="592468" y="686725"/>
                </a:lnTo>
                <a:lnTo>
                  <a:pt x="627505" y="659114"/>
                </a:lnTo>
                <a:lnTo>
                  <a:pt x="659023" y="627625"/>
                </a:lnTo>
                <a:lnTo>
                  <a:pt x="686667" y="592608"/>
                </a:lnTo>
                <a:lnTo>
                  <a:pt x="710082" y="554417"/>
                </a:lnTo>
                <a:lnTo>
                  <a:pt x="728912" y="513404"/>
                </a:lnTo>
                <a:lnTo>
                  <a:pt x="742803" y="469920"/>
                </a:lnTo>
                <a:lnTo>
                  <a:pt x="751397" y="424317"/>
                </a:lnTo>
                <a:lnTo>
                  <a:pt x="754341" y="376948"/>
                </a:lnTo>
                <a:lnTo>
                  <a:pt x="751397" y="329640"/>
                </a:lnTo>
                <a:lnTo>
                  <a:pt x="742803" y="284093"/>
                </a:lnTo>
                <a:lnTo>
                  <a:pt x="728912" y="240658"/>
                </a:lnTo>
                <a:lnTo>
                  <a:pt x="710082" y="199689"/>
                </a:lnTo>
                <a:lnTo>
                  <a:pt x="686667" y="161536"/>
                </a:lnTo>
                <a:lnTo>
                  <a:pt x="659023" y="126552"/>
                </a:lnTo>
                <a:lnTo>
                  <a:pt x="627505" y="95091"/>
                </a:lnTo>
                <a:lnTo>
                  <a:pt x="592468" y="67503"/>
                </a:lnTo>
                <a:lnTo>
                  <a:pt x="554269" y="44141"/>
                </a:lnTo>
                <a:lnTo>
                  <a:pt x="513262" y="25357"/>
                </a:lnTo>
                <a:lnTo>
                  <a:pt x="469802" y="11505"/>
                </a:lnTo>
                <a:lnTo>
                  <a:pt x="424246" y="2934"/>
                </a:lnTo>
                <a:lnTo>
                  <a:pt x="376948" y="0"/>
                </a:lnTo>
                <a:close/>
              </a:path>
            </a:pathLst>
          </a:custGeom>
          <a:solidFill>
            <a:srgbClr val="80828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395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64497AE7-0B95-E939-C2CA-CF3AC835ECE7}"/>
              </a:ext>
            </a:extLst>
          </p:cNvPr>
          <p:cNvSpPr/>
          <p:nvPr userDrawn="1"/>
        </p:nvSpPr>
        <p:spPr>
          <a:xfrm>
            <a:off x="-10596" y="0"/>
            <a:ext cx="12202596" cy="6849925"/>
          </a:xfrm>
          <a:custGeom>
            <a:avLst/>
            <a:gdLst/>
            <a:ahLst/>
            <a:cxnLst/>
            <a:rect l="l" t="t" r="r" b="b"/>
            <a:pathLst>
              <a:path w="10666095" h="7551420">
                <a:moveTo>
                  <a:pt x="10665701" y="0"/>
                </a:moveTo>
                <a:lnTo>
                  <a:pt x="0" y="0"/>
                </a:lnTo>
                <a:lnTo>
                  <a:pt x="0" y="7550861"/>
                </a:lnTo>
                <a:lnTo>
                  <a:pt x="10665701" y="7550861"/>
                </a:lnTo>
                <a:lnTo>
                  <a:pt x="10665701" y="0"/>
                </a:lnTo>
                <a:close/>
              </a:path>
            </a:pathLst>
          </a:custGeom>
          <a:solidFill>
            <a:srgbClr val="F1F2F2"/>
          </a:solidFill>
        </p:spPr>
        <p:txBody>
          <a:bodyPr wrap="square" lIns="0" tIns="0" rIns="0" bIns="0" rtlCol="0"/>
          <a:lstStyle/>
          <a:p>
            <a:pPr algn="r" defTabSz="914377" rtl="1"/>
            <a:endParaRPr dirty="0"/>
          </a:p>
        </p:txBody>
      </p:sp>
      <p:sp>
        <p:nvSpPr>
          <p:cNvPr id="22" name="object 17">
            <a:extLst>
              <a:ext uri="{FF2B5EF4-FFF2-40B4-BE49-F238E27FC236}">
                <a16:creationId xmlns:a16="http://schemas.microsoft.com/office/drawing/2014/main" id="{62784431-D0D9-D3B3-32D8-6C2E044E9A67}"/>
              </a:ext>
            </a:extLst>
          </p:cNvPr>
          <p:cNvSpPr/>
          <p:nvPr/>
        </p:nvSpPr>
        <p:spPr>
          <a:xfrm>
            <a:off x="3290352" y="4285956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80" h="754379">
                <a:moveTo>
                  <a:pt x="377405" y="0"/>
                </a:moveTo>
                <a:lnTo>
                  <a:pt x="330107" y="2936"/>
                </a:lnTo>
                <a:lnTo>
                  <a:pt x="284551" y="11510"/>
                </a:lnTo>
                <a:lnTo>
                  <a:pt x="241090" y="25368"/>
                </a:lnTo>
                <a:lnTo>
                  <a:pt x="200082" y="44158"/>
                </a:lnTo>
                <a:lnTo>
                  <a:pt x="161881" y="67527"/>
                </a:lnTo>
                <a:lnTo>
                  <a:pt x="126843" y="95121"/>
                </a:lnTo>
                <a:lnTo>
                  <a:pt x="95324" y="126588"/>
                </a:lnTo>
                <a:lnTo>
                  <a:pt x="67678" y="161575"/>
                </a:lnTo>
                <a:lnTo>
                  <a:pt x="44262" y="199728"/>
                </a:lnTo>
                <a:lnTo>
                  <a:pt x="25430" y="240695"/>
                </a:lnTo>
                <a:lnTo>
                  <a:pt x="11539" y="284123"/>
                </a:lnTo>
                <a:lnTo>
                  <a:pt x="2944" y="329658"/>
                </a:lnTo>
                <a:lnTo>
                  <a:pt x="0" y="376948"/>
                </a:lnTo>
                <a:lnTo>
                  <a:pt x="2944" y="424316"/>
                </a:lnTo>
                <a:lnTo>
                  <a:pt x="11539" y="469921"/>
                </a:lnTo>
                <a:lnTo>
                  <a:pt x="25430" y="513409"/>
                </a:lnTo>
                <a:lnTo>
                  <a:pt x="44262" y="554429"/>
                </a:lnTo>
                <a:lnTo>
                  <a:pt x="67678" y="592628"/>
                </a:lnTo>
                <a:lnTo>
                  <a:pt x="95324" y="627653"/>
                </a:lnTo>
                <a:lnTo>
                  <a:pt x="126843" y="659152"/>
                </a:lnTo>
                <a:lnTo>
                  <a:pt x="161881" y="686773"/>
                </a:lnTo>
                <a:lnTo>
                  <a:pt x="200082" y="710162"/>
                </a:lnTo>
                <a:lnTo>
                  <a:pt x="241090" y="728967"/>
                </a:lnTo>
                <a:lnTo>
                  <a:pt x="284551" y="742836"/>
                </a:lnTo>
                <a:lnTo>
                  <a:pt x="330107" y="751416"/>
                </a:lnTo>
                <a:lnTo>
                  <a:pt x="377405" y="754354"/>
                </a:lnTo>
                <a:lnTo>
                  <a:pt x="424691" y="751416"/>
                </a:lnTo>
                <a:lnTo>
                  <a:pt x="470224" y="742836"/>
                </a:lnTo>
                <a:lnTo>
                  <a:pt x="513652" y="728967"/>
                </a:lnTo>
                <a:lnTo>
                  <a:pt x="554620" y="710162"/>
                </a:lnTo>
                <a:lnTo>
                  <a:pt x="592776" y="686773"/>
                </a:lnTo>
                <a:lnTo>
                  <a:pt x="627767" y="659152"/>
                </a:lnTo>
                <a:lnTo>
                  <a:pt x="659238" y="627653"/>
                </a:lnTo>
                <a:lnTo>
                  <a:pt x="686837" y="592628"/>
                </a:lnTo>
                <a:lnTo>
                  <a:pt x="710210" y="554429"/>
                </a:lnTo>
                <a:lnTo>
                  <a:pt x="729004" y="513409"/>
                </a:lnTo>
                <a:lnTo>
                  <a:pt x="742866" y="469921"/>
                </a:lnTo>
                <a:lnTo>
                  <a:pt x="751442" y="424316"/>
                </a:lnTo>
                <a:lnTo>
                  <a:pt x="754380" y="376948"/>
                </a:lnTo>
                <a:lnTo>
                  <a:pt x="751442" y="329658"/>
                </a:lnTo>
                <a:lnTo>
                  <a:pt x="742866" y="284123"/>
                </a:lnTo>
                <a:lnTo>
                  <a:pt x="729004" y="240695"/>
                </a:lnTo>
                <a:lnTo>
                  <a:pt x="710210" y="199728"/>
                </a:lnTo>
                <a:lnTo>
                  <a:pt x="686837" y="161575"/>
                </a:lnTo>
                <a:lnTo>
                  <a:pt x="659238" y="126588"/>
                </a:lnTo>
                <a:lnTo>
                  <a:pt x="627767" y="95121"/>
                </a:lnTo>
                <a:lnTo>
                  <a:pt x="592776" y="67527"/>
                </a:lnTo>
                <a:lnTo>
                  <a:pt x="554620" y="44158"/>
                </a:lnTo>
                <a:lnTo>
                  <a:pt x="513652" y="25368"/>
                </a:lnTo>
                <a:lnTo>
                  <a:pt x="470224" y="11510"/>
                </a:lnTo>
                <a:lnTo>
                  <a:pt x="424691" y="2936"/>
                </a:lnTo>
                <a:lnTo>
                  <a:pt x="377405" y="0"/>
                </a:lnTo>
                <a:close/>
              </a:path>
            </a:pathLst>
          </a:custGeom>
          <a:solidFill>
            <a:srgbClr val="F15A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6">
            <a:extLst>
              <a:ext uri="{FF2B5EF4-FFF2-40B4-BE49-F238E27FC236}">
                <a16:creationId xmlns:a16="http://schemas.microsoft.com/office/drawing/2014/main" id="{6B90B88A-97B5-2A06-9552-978ED61404B5}"/>
              </a:ext>
            </a:extLst>
          </p:cNvPr>
          <p:cNvSpPr/>
          <p:nvPr/>
        </p:nvSpPr>
        <p:spPr>
          <a:xfrm>
            <a:off x="8241227" y="2129914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377393" y="0"/>
                </a:moveTo>
                <a:lnTo>
                  <a:pt x="330013" y="2934"/>
                </a:lnTo>
                <a:lnTo>
                  <a:pt x="284400" y="11505"/>
                </a:lnTo>
                <a:lnTo>
                  <a:pt x="240908" y="25357"/>
                </a:lnTo>
                <a:lnTo>
                  <a:pt x="199887" y="44141"/>
                </a:lnTo>
                <a:lnTo>
                  <a:pt x="161689" y="67503"/>
                </a:lnTo>
                <a:lnTo>
                  <a:pt x="126668" y="95091"/>
                </a:lnTo>
                <a:lnTo>
                  <a:pt x="95174" y="126552"/>
                </a:lnTo>
                <a:lnTo>
                  <a:pt x="67559" y="161536"/>
                </a:lnTo>
                <a:lnTo>
                  <a:pt x="44176" y="199689"/>
                </a:lnTo>
                <a:lnTo>
                  <a:pt x="25377" y="240658"/>
                </a:lnTo>
                <a:lnTo>
                  <a:pt x="11513" y="284093"/>
                </a:lnTo>
                <a:lnTo>
                  <a:pt x="2937" y="329640"/>
                </a:lnTo>
                <a:lnTo>
                  <a:pt x="0" y="376948"/>
                </a:lnTo>
                <a:lnTo>
                  <a:pt x="2937" y="424317"/>
                </a:lnTo>
                <a:lnTo>
                  <a:pt x="11513" y="469920"/>
                </a:lnTo>
                <a:lnTo>
                  <a:pt x="25377" y="513404"/>
                </a:lnTo>
                <a:lnTo>
                  <a:pt x="44176" y="554417"/>
                </a:lnTo>
                <a:lnTo>
                  <a:pt x="67559" y="592608"/>
                </a:lnTo>
                <a:lnTo>
                  <a:pt x="95174" y="627625"/>
                </a:lnTo>
                <a:lnTo>
                  <a:pt x="126668" y="659114"/>
                </a:lnTo>
                <a:lnTo>
                  <a:pt x="161689" y="686725"/>
                </a:lnTo>
                <a:lnTo>
                  <a:pt x="199887" y="710105"/>
                </a:lnTo>
                <a:lnTo>
                  <a:pt x="240908" y="728903"/>
                </a:lnTo>
                <a:lnTo>
                  <a:pt x="284400" y="742765"/>
                </a:lnTo>
                <a:lnTo>
                  <a:pt x="330013" y="751341"/>
                </a:lnTo>
                <a:lnTo>
                  <a:pt x="377393" y="754278"/>
                </a:lnTo>
                <a:lnTo>
                  <a:pt x="424683" y="751341"/>
                </a:lnTo>
                <a:lnTo>
                  <a:pt x="470220" y="742765"/>
                </a:lnTo>
                <a:lnTo>
                  <a:pt x="513649" y="728903"/>
                </a:lnTo>
                <a:lnTo>
                  <a:pt x="554619" y="710105"/>
                </a:lnTo>
                <a:lnTo>
                  <a:pt x="592775" y="686725"/>
                </a:lnTo>
                <a:lnTo>
                  <a:pt x="627764" y="659114"/>
                </a:lnTo>
                <a:lnTo>
                  <a:pt x="659234" y="627625"/>
                </a:lnTo>
                <a:lnTo>
                  <a:pt x="686831" y="592608"/>
                </a:lnTo>
                <a:lnTo>
                  <a:pt x="710202" y="554417"/>
                </a:lnTo>
                <a:lnTo>
                  <a:pt x="728995" y="513404"/>
                </a:lnTo>
                <a:lnTo>
                  <a:pt x="742855" y="469920"/>
                </a:lnTo>
                <a:lnTo>
                  <a:pt x="751430" y="424317"/>
                </a:lnTo>
                <a:lnTo>
                  <a:pt x="754367" y="376948"/>
                </a:lnTo>
                <a:lnTo>
                  <a:pt x="751430" y="329640"/>
                </a:lnTo>
                <a:lnTo>
                  <a:pt x="742855" y="284093"/>
                </a:lnTo>
                <a:lnTo>
                  <a:pt x="728995" y="240658"/>
                </a:lnTo>
                <a:lnTo>
                  <a:pt x="710202" y="199689"/>
                </a:lnTo>
                <a:lnTo>
                  <a:pt x="686831" y="161536"/>
                </a:lnTo>
                <a:lnTo>
                  <a:pt x="659234" y="126552"/>
                </a:lnTo>
                <a:lnTo>
                  <a:pt x="627764" y="95091"/>
                </a:lnTo>
                <a:lnTo>
                  <a:pt x="592775" y="67503"/>
                </a:lnTo>
                <a:lnTo>
                  <a:pt x="554619" y="44141"/>
                </a:lnTo>
                <a:lnTo>
                  <a:pt x="513649" y="25357"/>
                </a:lnTo>
                <a:lnTo>
                  <a:pt x="470220" y="11505"/>
                </a:lnTo>
                <a:lnTo>
                  <a:pt x="424683" y="2934"/>
                </a:lnTo>
                <a:lnTo>
                  <a:pt x="377393" y="0"/>
                </a:lnTo>
                <a:close/>
              </a:path>
            </a:pathLst>
          </a:custGeom>
          <a:solidFill>
            <a:srgbClr val="064E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28">
            <a:extLst>
              <a:ext uri="{FF2B5EF4-FFF2-40B4-BE49-F238E27FC236}">
                <a16:creationId xmlns:a16="http://schemas.microsoft.com/office/drawing/2014/main" id="{305D82F8-D86D-5D7C-694D-FBC5F4237CF4}"/>
              </a:ext>
            </a:extLst>
          </p:cNvPr>
          <p:cNvGrpSpPr/>
          <p:nvPr/>
        </p:nvGrpSpPr>
        <p:grpSpPr>
          <a:xfrm flipH="1">
            <a:off x="0" y="6685483"/>
            <a:ext cx="12192000" cy="172519"/>
            <a:chOff x="0" y="7315631"/>
            <a:chExt cx="10685780" cy="244475"/>
          </a:xfrm>
        </p:grpSpPr>
        <p:sp>
          <p:nvSpPr>
            <p:cNvPr id="34" name="object 29">
              <a:extLst>
                <a:ext uri="{FF2B5EF4-FFF2-40B4-BE49-F238E27FC236}">
                  <a16:creationId xmlns:a16="http://schemas.microsoft.com/office/drawing/2014/main" id="{9BE52657-784B-38C7-F12E-45BDA7808EE8}"/>
                </a:ext>
              </a:extLst>
            </p:cNvPr>
            <p:cNvSpPr/>
            <p:nvPr/>
          </p:nvSpPr>
          <p:spPr>
            <a:xfrm>
              <a:off x="0" y="7315631"/>
              <a:ext cx="5255895" cy="244475"/>
            </a:xfrm>
            <a:custGeom>
              <a:avLst/>
              <a:gdLst/>
              <a:ahLst/>
              <a:cxnLst/>
              <a:rect l="l" t="t" r="r" b="b"/>
              <a:pathLst>
                <a:path w="5255895" h="244475">
                  <a:moveTo>
                    <a:pt x="0" y="0"/>
                  </a:moveTo>
                  <a:lnTo>
                    <a:pt x="5255526" y="0"/>
                  </a:lnTo>
                  <a:lnTo>
                    <a:pt x="5255526" y="244373"/>
                  </a:lnTo>
                  <a:lnTo>
                    <a:pt x="0" y="2443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0">
              <a:extLst>
                <a:ext uri="{FF2B5EF4-FFF2-40B4-BE49-F238E27FC236}">
                  <a16:creationId xmlns:a16="http://schemas.microsoft.com/office/drawing/2014/main" id="{F1B5A513-0BF5-3F4F-AD51-A1281695F9D5}"/>
                </a:ext>
              </a:extLst>
            </p:cNvPr>
            <p:cNvSpPr/>
            <p:nvPr/>
          </p:nvSpPr>
          <p:spPr>
            <a:xfrm>
              <a:off x="5255526" y="7315631"/>
              <a:ext cx="5430520" cy="244475"/>
            </a:xfrm>
            <a:custGeom>
              <a:avLst/>
              <a:gdLst/>
              <a:ahLst/>
              <a:cxnLst/>
              <a:rect l="l" t="t" r="r" b="b"/>
              <a:pathLst>
                <a:path w="5430520" h="244475">
                  <a:moveTo>
                    <a:pt x="5429897" y="0"/>
                  </a:moveTo>
                  <a:lnTo>
                    <a:pt x="0" y="0"/>
                  </a:lnTo>
                  <a:lnTo>
                    <a:pt x="0" y="244373"/>
                  </a:lnTo>
                  <a:lnTo>
                    <a:pt x="5429897" y="244373"/>
                  </a:lnTo>
                  <a:lnTo>
                    <a:pt x="5429897" y="0"/>
                  </a:lnTo>
                  <a:close/>
                </a:path>
              </a:pathLst>
            </a:custGeom>
            <a:solidFill>
              <a:srgbClr val="F15A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16">
            <a:extLst>
              <a:ext uri="{FF2B5EF4-FFF2-40B4-BE49-F238E27FC236}">
                <a16:creationId xmlns:a16="http://schemas.microsoft.com/office/drawing/2014/main" id="{4909F7BB-5AC2-47F3-7968-CAE2409000E3}"/>
              </a:ext>
            </a:extLst>
          </p:cNvPr>
          <p:cNvGrpSpPr/>
          <p:nvPr userDrawn="1"/>
        </p:nvGrpSpPr>
        <p:grpSpPr>
          <a:xfrm>
            <a:off x="10205824" y="452744"/>
            <a:ext cx="1070111" cy="330711"/>
            <a:chOff x="11225438" y="-568480"/>
            <a:chExt cx="1179702" cy="364578"/>
          </a:xfrm>
        </p:grpSpPr>
        <p:sp>
          <p:nvSpPr>
            <p:cNvPr id="47" name="object 17">
              <a:extLst>
                <a:ext uri="{FF2B5EF4-FFF2-40B4-BE49-F238E27FC236}">
                  <a16:creationId xmlns:a16="http://schemas.microsoft.com/office/drawing/2014/main" id="{35235D9D-F50F-8BB0-D4DC-58491A5F17F2}"/>
                </a:ext>
              </a:extLst>
            </p:cNvPr>
            <p:cNvSpPr/>
            <p:nvPr/>
          </p:nvSpPr>
          <p:spPr>
            <a:xfrm>
              <a:off x="12386725" y="-338552"/>
              <a:ext cx="18415" cy="125730"/>
            </a:xfrm>
            <a:custGeom>
              <a:avLst/>
              <a:gdLst/>
              <a:ahLst/>
              <a:cxnLst/>
              <a:rect l="l" t="t" r="r" b="b"/>
              <a:pathLst>
                <a:path w="18415" h="125729">
                  <a:moveTo>
                    <a:pt x="18034" y="0"/>
                  </a:moveTo>
                  <a:lnTo>
                    <a:pt x="0" y="0"/>
                  </a:lnTo>
                  <a:lnTo>
                    <a:pt x="0" y="125171"/>
                  </a:lnTo>
                  <a:lnTo>
                    <a:pt x="18034" y="125171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64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18">
              <a:extLst>
                <a:ext uri="{FF2B5EF4-FFF2-40B4-BE49-F238E27FC236}">
                  <a16:creationId xmlns:a16="http://schemas.microsoft.com/office/drawing/2014/main" id="{57C6E073-0553-B4F7-E435-C57DCFA069E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25438" y="-568480"/>
              <a:ext cx="1179130" cy="364578"/>
            </a:xfrm>
            <a:prstGeom prst="rect">
              <a:avLst/>
            </a:prstGeom>
          </p:spPr>
        </p:pic>
      </p:grp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0035CFE-2777-3939-4FD6-41F47357848B}"/>
              </a:ext>
            </a:extLst>
          </p:cNvPr>
          <p:cNvCxnSpPr>
            <a:cxnSpLocks/>
          </p:cNvCxnSpPr>
          <p:nvPr userDrawn="1"/>
        </p:nvCxnSpPr>
        <p:spPr>
          <a:xfrm>
            <a:off x="1092425" y="745188"/>
            <a:ext cx="8889775" cy="0"/>
          </a:xfrm>
          <a:prstGeom prst="line">
            <a:avLst/>
          </a:prstGeom>
          <a:ln w="28575">
            <a:solidFill>
              <a:srgbClr val="A7A9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Date Placeholder 3">
            <a:extLst>
              <a:ext uri="{FF2B5EF4-FFF2-40B4-BE49-F238E27FC236}">
                <a16:creationId xmlns:a16="http://schemas.microsoft.com/office/drawing/2014/main" id="{5F09C059-D704-317C-88CD-C7049D1C8322}"/>
              </a:ext>
            </a:extLst>
          </p:cNvPr>
          <p:cNvSpPr txBox="1">
            <a:spLocks/>
          </p:cNvSpPr>
          <p:nvPr userDrawn="1"/>
        </p:nvSpPr>
        <p:spPr>
          <a:xfrm>
            <a:off x="10631767" y="6305611"/>
            <a:ext cx="1089424" cy="4023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EB68D2-7CD7-404A-8B36-E85C0674529F}" type="datetimeFigureOut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5" name="Slide Number Placeholder 5">
            <a:extLst>
              <a:ext uri="{FF2B5EF4-FFF2-40B4-BE49-F238E27FC236}">
                <a16:creationId xmlns:a16="http://schemas.microsoft.com/office/drawing/2014/main" id="{036C2039-3C78-97DB-5A6B-9F99936767F1}"/>
              </a:ext>
            </a:extLst>
          </p:cNvPr>
          <p:cNvSpPr txBox="1">
            <a:spLocks/>
          </p:cNvSpPr>
          <p:nvPr userDrawn="1"/>
        </p:nvSpPr>
        <p:spPr>
          <a:xfrm>
            <a:off x="0" y="6287736"/>
            <a:ext cx="1027688" cy="397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CDE38A-599C-47B6-93B7-860B401EEEB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6" name="object 4">
            <a:extLst>
              <a:ext uri="{FF2B5EF4-FFF2-40B4-BE49-F238E27FC236}">
                <a16:creationId xmlns:a16="http://schemas.microsoft.com/office/drawing/2014/main" id="{6782B227-4306-265D-886E-764E49A1EDD1}"/>
              </a:ext>
            </a:extLst>
          </p:cNvPr>
          <p:cNvSpPr/>
          <p:nvPr userDrawn="1"/>
        </p:nvSpPr>
        <p:spPr>
          <a:xfrm>
            <a:off x="1244382" y="3371977"/>
            <a:ext cx="4846320" cy="563880"/>
          </a:xfrm>
          <a:custGeom>
            <a:avLst/>
            <a:gdLst/>
            <a:ahLst/>
            <a:cxnLst/>
            <a:rect l="l" t="t" r="r" b="b"/>
            <a:pathLst>
              <a:path w="2292350" h="563879">
                <a:moveTo>
                  <a:pt x="2292337" y="0"/>
                </a:moveTo>
                <a:lnTo>
                  <a:pt x="107721" y="0"/>
                </a:lnTo>
                <a:lnTo>
                  <a:pt x="65842" y="8489"/>
                </a:lnTo>
                <a:lnTo>
                  <a:pt x="31596" y="31618"/>
                </a:lnTo>
                <a:lnTo>
                  <a:pt x="8482" y="65874"/>
                </a:lnTo>
                <a:lnTo>
                  <a:pt x="0" y="107746"/>
                </a:lnTo>
                <a:lnTo>
                  <a:pt x="0" y="455891"/>
                </a:lnTo>
                <a:lnTo>
                  <a:pt x="8482" y="497748"/>
                </a:lnTo>
                <a:lnTo>
                  <a:pt x="31596" y="531969"/>
                </a:lnTo>
                <a:lnTo>
                  <a:pt x="65842" y="555063"/>
                </a:lnTo>
                <a:lnTo>
                  <a:pt x="107721" y="563537"/>
                </a:lnTo>
                <a:lnTo>
                  <a:pt x="1978558" y="563537"/>
                </a:lnTo>
                <a:lnTo>
                  <a:pt x="2292337" y="0"/>
                </a:lnTo>
                <a:close/>
              </a:path>
            </a:pathLst>
          </a:custGeom>
          <a:solidFill>
            <a:srgbClr val="F15A4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4">
            <a:extLst>
              <a:ext uri="{FF2B5EF4-FFF2-40B4-BE49-F238E27FC236}">
                <a16:creationId xmlns:a16="http://schemas.microsoft.com/office/drawing/2014/main" id="{46F609BD-DC5E-97B4-1AF2-266594BE23DF}"/>
              </a:ext>
            </a:extLst>
          </p:cNvPr>
          <p:cNvSpPr/>
          <p:nvPr userDrawn="1"/>
        </p:nvSpPr>
        <p:spPr>
          <a:xfrm flipH="1" flipV="1">
            <a:off x="6195257" y="3371977"/>
            <a:ext cx="4846320" cy="577952"/>
          </a:xfrm>
          <a:custGeom>
            <a:avLst/>
            <a:gdLst/>
            <a:ahLst/>
            <a:cxnLst/>
            <a:rect l="l" t="t" r="r" b="b"/>
            <a:pathLst>
              <a:path w="2292350" h="563879">
                <a:moveTo>
                  <a:pt x="2292337" y="0"/>
                </a:moveTo>
                <a:lnTo>
                  <a:pt x="107721" y="0"/>
                </a:lnTo>
                <a:lnTo>
                  <a:pt x="65842" y="8489"/>
                </a:lnTo>
                <a:lnTo>
                  <a:pt x="31596" y="31618"/>
                </a:lnTo>
                <a:lnTo>
                  <a:pt x="8482" y="65874"/>
                </a:lnTo>
                <a:lnTo>
                  <a:pt x="0" y="107746"/>
                </a:lnTo>
                <a:lnTo>
                  <a:pt x="0" y="455891"/>
                </a:lnTo>
                <a:lnTo>
                  <a:pt x="8482" y="497748"/>
                </a:lnTo>
                <a:lnTo>
                  <a:pt x="31596" y="531969"/>
                </a:lnTo>
                <a:lnTo>
                  <a:pt x="65842" y="555063"/>
                </a:lnTo>
                <a:lnTo>
                  <a:pt x="107721" y="563537"/>
                </a:lnTo>
                <a:lnTo>
                  <a:pt x="1978558" y="563537"/>
                </a:lnTo>
                <a:lnTo>
                  <a:pt x="2292337" y="0"/>
                </a:lnTo>
                <a:close/>
              </a:path>
            </a:pathLst>
          </a:custGeom>
          <a:solidFill>
            <a:srgbClr val="064E8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069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D39CA4C1-940E-D728-2B63-38C3B27FE49F}"/>
              </a:ext>
            </a:extLst>
          </p:cNvPr>
          <p:cNvSpPr/>
          <p:nvPr/>
        </p:nvSpPr>
        <p:spPr>
          <a:xfrm>
            <a:off x="1269" y="8892"/>
            <a:ext cx="12190731" cy="6849109"/>
          </a:xfrm>
          <a:custGeom>
            <a:avLst/>
            <a:gdLst/>
            <a:ahLst/>
            <a:cxnLst/>
            <a:rect l="l" t="t" r="r" b="b"/>
            <a:pathLst>
              <a:path w="10692130" h="7553959">
                <a:moveTo>
                  <a:pt x="10692003" y="0"/>
                </a:moveTo>
                <a:lnTo>
                  <a:pt x="0" y="0"/>
                </a:lnTo>
                <a:lnTo>
                  <a:pt x="0" y="7553959"/>
                </a:lnTo>
                <a:lnTo>
                  <a:pt x="10692003" y="7553959"/>
                </a:lnTo>
                <a:lnTo>
                  <a:pt x="10692003" y="0"/>
                </a:lnTo>
                <a:close/>
              </a:path>
            </a:pathLst>
          </a:custGeom>
          <a:solidFill>
            <a:srgbClr val="F15A41"/>
          </a:solidFill>
        </p:spPr>
        <p:txBody>
          <a:bodyPr wrap="square" lIns="0" tIns="0" rIns="0" bIns="0" rtlCol="0"/>
          <a:lstStyle/>
          <a:p>
            <a:pPr algn="r" defTabSz="914377" rtl="1"/>
            <a:endParaRPr dirty="0"/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03907F2A-6FBC-A03E-5536-D73D297C1899}"/>
              </a:ext>
            </a:extLst>
          </p:cNvPr>
          <p:cNvSpPr>
            <a:spLocks noGrp="1"/>
          </p:cNvSpPr>
          <p:nvPr>
            <p:ph type="dgm" sz="quarter" idx="13"/>
          </p:nvPr>
        </p:nvSpPr>
        <p:spPr>
          <a:xfrm>
            <a:off x="1238250" y="1625602"/>
            <a:ext cx="9772650" cy="409892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  <p:grpSp>
        <p:nvGrpSpPr>
          <p:cNvPr id="47" name="object 16">
            <a:extLst>
              <a:ext uri="{FF2B5EF4-FFF2-40B4-BE49-F238E27FC236}">
                <a16:creationId xmlns:a16="http://schemas.microsoft.com/office/drawing/2014/main" id="{0E79F9F8-F747-5517-BD3A-7FAE13542FA8}"/>
              </a:ext>
            </a:extLst>
          </p:cNvPr>
          <p:cNvGrpSpPr/>
          <p:nvPr userDrawn="1"/>
        </p:nvGrpSpPr>
        <p:grpSpPr>
          <a:xfrm>
            <a:off x="10205824" y="452744"/>
            <a:ext cx="1070111" cy="330711"/>
            <a:chOff x="11225438" y="-568480"/>
            <a:chExt cx="1179702" cy="364578"/>
          </a:xfrm>
        </p:grpSpPr>
        <p:sp>
          <p:nvSpPr>
            <p:cNvPr id="48" name="object 17">
              <a:extLst>
                <a:ext uri="{FF2B5EF4-FFF2-40B4-BE49-F238E27FC236}">
                  <a16:creationId xmlns:a16="http://schemas.microsoft.com/office/drawing/2014/main" id="{FAB9FB17-FEF5-C665-B0E1-ECD054883E8B}"/>
                </a:ext>
              </a:extLst>
            </p:cNvPr>
            <p:cNvSpPr/>
            <p:nvPr/>
          </p:nvSpPr>
          <p:spPr>
            <a:xfrm>
              <a:off x="12386725" y="-338552"/>
              <a:ext cx="18415" cy="125730"/>
            </a:xfrm>
            <a:custGeom>
              <a:avLst/>
              <a:gdLst/>
              <a:ahLst/>
              <a:cxnLst/>
              <a:rect l="l" t="t" r="r" b="b"/>
              <a:pathLst>
                <a:path w="18415" h="125729">
                  <a:moveTo>
                    <a:pt x="18034" y="0"/>
                  </a:moveTo>
                  <a:lnTo>
                    <a:pt x="0" y="0"/>
                  </a:lnTo>
                  <a:lnTo>
                    <a:pt x="0" y="125171"/>
                  </a:lnTo>
                  <a:lnTo>
                    <a:pt x="18034" y="125171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64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18">
              <a:extLst>
                <a:ext uri="{FF2B5EF4-FFF2-40B4-BE49-F238E27FC236}">
                  <a16:creationId xmlns:a16="http://schemas.microsoft.com/office/drawing/2014/main" id="{1710E17F-9B24-95F3-192F-D6E86D2D0657}"/>
                </a:ext>
              </a:extLst>
            </p:cNvPr>
            <p:cNvPicPr/>
            <p:nvPr/>
          </p:nvPicPr>
          <p:blipFill>
            <a:blip r:embed="rId2" cstate="print">
              <a:biLevel thresh="25000"/>
            </a:blip>
            <a:stretch>
              <a:fillRect/>
            </a:stretch>
          </p:blipFill>
          <p:spPr>
            <a:xfrm>
              <a:off x="11225438" y="-568480"/>
              <a:ext cx="1179130" cy="364578"/>
            </a:xfrm>
            <a:prstGeom prst="rect">
              <a:avLst/>
            </a:prstGeom>
          </p:spPr>
        </p:pic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196E8C4-75A4-7489-2769-4185F0D2A7B0}"/>
              </a:ext>
            </a:extLst>
          </p:cNvPr>
          <p:cNvCxnSpPr>
            <a:cxnSpLocks/>
          </p:cNvCxnSpPr>
          <p:nvPr userDrawn="1"/>
        </p:nvCxnSpPr>
        <p:spPr>
          <a:xfrm>
            <a:off x="1092425" y="745188"/>
            <a:ext cx="888977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ate Placeholder 3">
            <a:extLst>
              <a:ext uri="{FF2B5EF4-FFF2-40B4-BE49-F238E27FC236}">
                <a16:creationId xmlns:a16="http://schemas.microsoft.com/office/drawing/2014/main" id="{1B135325-6C39-60EF-414E-7466827D6978}"/>
              </a:ext>
            </a:extLst>
          </p:cNvPr>
          <p:cNvSpPr txBox="1">
            <a:spLocks/>
          </p:cNvSpPr>
          <p:nvPr userDrawn="1"/>
        </p:nvSpPr>
        <p:spPr>
          <a:xfrm>
            <a:off x="10631767" y="6305611"/>
            <a:ext cx="1089424" cy="4023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EB68D2-7CD7-404A-8B36-E85C0674529F}" type="datetimeFigureOut">
              <a:rPr lang="en-US" smtClean="0">
                <a:solidFill>
                  <a:schemeClr val="bg1"/>
                </a:solidFill>
              </a:rPr>
              <a:pPr/>
              <a:t>10/27/2025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2" name="Slide Number Placeholder 5">
            <a:extLst>
              <a:ext uri="{FF2B5EF4-FFF2-40B4-BE49-F238E27FC236}">
                <a16:creationId xmlns:a16="http://schemas.microsoft.com/office/drawing/2014/main" id="{96A4181D-CCFA-2128-33BC-987BF7D9161F}"/>
              </a:ext>
            </a:extLst>
          </p:cNvPr>
          <p:cNvSpPr txBox="1">
            <a:spLocks/>
          </p:cNvSpPr>
          <p:nvPr userDrawn="1"/>
        </p:nvSpPr>
        <p:spPr>
          <a:xfrm>
            <a:off x="0" y="6287736"/>
            <a:ext cx="1027688" cy="397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CDE38A-599C-47B6-93B7-860B401EEEB5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1565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456E1EAE-DC19-2AFD-DD61-22C1CAEBF6D8}"/>
              </a:ext>
            </a:extLst>
          </p:cNvPr>
          <p:cNvSpPr/>
          <p:nvPr/>
        </p:nvSpPr>
        <p:spPr>
          <a:xfrm>
            <a:off x="0" y="4208907"/>
            <a:ext cx="12192000" cy="2649093"/>
          </a:xfrm>
          <a:custGeom>
            <a:avLst/>
            <a:gdLst/>
            <a:ahLst/>
            <a:cxnLst/>
            <a:rect l="l" t="t" r="r" b="b"/>
            <a:pathLst>
              <a:path w="10692130" h="3348354">
                <a:moveTo>
                  <a:pt x="0" y="3348316"/>
                </a:moveTo>
                <a:lnTo>
                  <a:pt x="10692003" y="3348316"/>
                </a:lnTo>
                <a:lnTo>
                  <a:pt x="10692003" y="0"/>
                </a:lnTo>
                <a:lnTo>
                  <a:pt x="0" y="0"/>
                </a:lnTo>
                <a:lnTo>
                  <a:pt x="0" y="3348316"/>
                </a:lnTo>
                <a:close/>
              </a:path>
            </a:pathLst>
          </a:custGeom>
          <a:solidFill>
            <a:srgbClr val="F1F2F2"/>
          </a:solidFill>
        </p:spPr>
        <p:txBody>
          <a:bodyPr wrap="square" lIns="0" tIns="0" rIns="0" bIns="0" rtlCol="0"/>
          <a:lstStyle/>
          <a:p>
            <a:pPr algn="r" defTabSz="914377" rtl="1"/>
            <a:endParaRPr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71A7D6C7-6652-6CFB-2A4E-C68DB43548D9}"/>
              </a:ext>
            </a:extLst>
          </p:cNvPr>
          <p:cNvSpPr/>
          <p:nvPr userDrawn="1"/>
        </p:nvSpPr>
        <p:spPr>
          <a:xfrm>
            <a:off x="0" y="-226172"/>
            <a:ext cx="12192000" cy="7084172"/>
          </a:xfrm>
          <a:custGeom>
            <a:avLst/>
            <a:gdLst/>
            <a:ahLst/>
            <a:cxnLst/>
            <a:rect l="l" t="t" r="r" b="b"/>
            <a:pathLst>
              <a:path w="10692130" h="4209415">
                <a:moveTo>
                  <a:pt x="10692003" y="0"/>
                </a:moveTo>
                <a:lnTo>
                  <a:pt x="0" y="0"/>
                </a:lnTo>
                <a:lnTo>
                  <a:pt x="0" y="4208907"/>
                </a:lnTo>
                <a:lnTo>
                  <a:pt x="10692003" y="4208907"/>
                </a:lnTo>
                <a:lnTo>
                  <a:pt x="10692003" y="0"/>
                </a:lnTo>
                <a:close/>
              </a:path>
            </a:pathLst>
          </a:custGeom>
          <a:solidFill>
            <a:srgbClr val="064E8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24" name="object 16">
            <a:extLst>
              <a:ext uri="{FF2B5EF4-FFF2-40B4-BE49-F238E27FC236}">
                <a16:creationId xmlns:a16="http://schemas.microsoft.com/office/drawing/2014/main" id="{F6D5360D-A1D4-D17E-5946-767B0982DF20}"/>
              </a:ext>
            </a:extLst>
          </p:cNvPr>
          <p:cNvGrpSpPr/>
          <p:nvPr userDrawn="1"/>
        </p:nvGrpSpPr>
        <p:grpSpPr>
          <a:xfrm>
            <a:off x="10205824" y="452744"/>
            <a:ext cx="1070111" cy="330711"/>
            <a:chOff x="11225438" y="-568480"/>
            <a:chExt cx="1179702" cy="364578"/>
          </a:xfrm>
        </p:grpSpPr>
        <p:sp>
          <p:nvSpPr>
            <p:cNvPr id="30" name="object 17">
              <a:extLst>
                <a:ext uri="{FF2B5EF4-FFF2-40B4-BE49-F238E27FC236}">
                  <a16:creationId xmlns:a16="http://schemas.microsoft.com/office/drawing/2014/main" id="{DDB8AC4B-BA2F-EB22-3706-591B698B4C75}"/>
                </a:ext>
              </a:extLst>
            </p:cNvPr>
            <p:cNvSpPr/>
            <p:nvPr/>
          </p:nvSpPr>
          <p:spPr>
            <a:xfrm>
              <a:off x="12386725" y="-338552"/>
              <a:ext cx="18415" cy="125730"/>
            </a:xfrm>
            <a:custGeom>
              <a:avLst/>
              <a:gdLst/>
              <a:ahLst/>
              <a:cxnLst/>
              <a:rect l="l" t="t" r="r" b="b"/>
              <a:pathLst>
                <a:path w="18415" h="125729">
                  <a:moveTo>
                    <a:pt x="18034" y="0"/>
                  </a:moveTo>
                  <a:lnTo>
                    <a:pt x="0" y="0"/>
                  </a:lnTo>
                  <a:lnTo>
                    <a:pt x="0" y="125171"/>
                  </a:lnTo>
                  <a:lnTo>
                    <a:pt x="18034" y="125171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64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18">
              <a:extLst>
                <a:ext uri="{FF2B5EF4-FFF2-40B4-BE49-F238E27FC236}">
                  <a16:creationId xmlns:a16="http://schemas.microsoft.com/office/drawing/2014/main" id="{832C9897-2780-8D93-BC3D-E643E54D610D}"/>
                </a:ext>
              </a:extLst>
            </p:cNvPr>
            <p:cNvPicPr/>
            <p:nvPr/>
          </p:nvPicPr>
          <p:blipFill>
            <a:blip r:embed="rId2" cstate="print">
              <a:biLevel thresh="25000"/>
            </a:blip>
            <a:stretch>
              <a:fillRect/>
            </a:stretch>
          </p:blipFill>
          <p:spPr>
            <a:xfrm>
              <a:off x="11225438" y="-568480"/>
              <a:ext cx="1179130" cy="364578"/>
            </a:xfrm>
            <a:prstGeom prst="rect">
              <a:avLst/>
            </a:prstGeom>
          </p:spPr>
        </p:pic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83560CA-5290-B910-50B1-711294DBDBAF}"/>
              </a:ext>
            </a:extLst>
          </p:cNvPr>
          <p:cNvCxnSpPr>
            <a:cxnSpLocks/>
          </p:cNvCxnSpPr>
          <p:nvPr userDrawn="1"/>
        </p:nvCxnSpPr>
        <p:spPr>
          <a:xfrm>
            <a:off x="1092425" y="745188"/>
            <a:ext cx="888977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955EF739-E8AA-8005-F98B-4E7EDB68F2EF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019175" y="1571625"/>
            <a:ext cx="10239375" cy="43243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4FEF8B3D-FC2C-28ED-6FE6-55AD38892CC8}"/>
              </a:ext>
            </a:extLst>
          </p:cNvPr>
          <p:cNvSpPr txBox="1">
            <a:spLocks/>
          </p:cNvSpPr>
          <p:nvPr userDrawn="1"/>
        </p:nvSpPr>
        <p:spPr>
          <a:xfrm>
            <a:off x="10631767" y="6305611"/>
            <a:ext cx="1089424" cy="4023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EB68D2-7CD7-404A-8B36-E85C0674529F}" type="datetimeFigureOut">
              <a:rPr lang="en-US" smtClean="0">
                <a:solidFill>
                  <a:schemeClr val="bg1"/>
                </a:solidFill>
              </a:rPr>
              <a:pPr/>
              <a:t>10/27/2025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7B63BDE8-6B10-172F-6E61-37061C9493C1}"/>
              </a:ext>
            </a:extLst>
          </p:cNvPr>
          <p:cNvSpPr txBox="1">
            <a:spLocks/>
          </p:cNvSpPr>
          <p:nvPr userDrawn="1"/>
        </p:nvSpPr>
        <p:spPr>
          <a:xfrm>
            <a:off x="0" y="6287736"/>
            <a:ext cx="1027688" cy="397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CDE38A-599C-47B6-93B7-860B401EEEB5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136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7297A732-9D89-1C64-4F8A-63A2DAC4FED2}"/>
              </a:ext>
            </a:extLst>
          </p:cNvPr>
          <p:cNvSpPr/>
          <p:nvPr/>
        </p:nvSpPr>
        <p:spPr>
          <a:xfrm>
            <a:off x="6565370" y="-14"/>
            <a:ext cx="5629275" cy="6858000"/>
          </a:xfrm>
          <a:custGeom>
            <a:avLst/>
            <a:gdLst/>
            <a:ahLst/>
            <a:cxnLst/>
            <a:rect l="l" t="t" r="r" b="b"/>
            <a:pathLst>
              <a:path w="5629275" h="7553325">
                <a:moveTo>
                  <a:pt x="5628919" y="0"/>
                </a:moveTo>
                <a:lnTo>
                  <a:pt x="0" y="0"/>
                </a:lnTo>
                <a:lnTo>
                  <a:pt x="0" y="7552766"/>
                </a:lnTo>
                <a:lnTo>
                  <a:pt x="5628919" y="7552766"/>
                </a:lnTo>
                <a:lnTo>
                  <a:pt x="5628919" y="0"/>
                </a:lnTo>
                <a:close/>
              </a:path>
            </a:pathLst>
          </a:custGeom>
          <a:solidFill>
            <a:srgbClr val="064E8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3">
            <a:extLst>
              <a:ext uri="{FF2B5EF4-FFF2-40B4-BE49-F238E27FC236}">
                <a16:creationId xmlns:a16="http://schemas.microsoft.com/office/drawing/2014/main" id="{5A4A4083-E111-C8E9-F162-0F3C239CFA64}"/>
              </a:ext>
            </a:extLst>
          </p:cNvPr>
          <p:cNvSpPr/>
          <p:nvPr/>
        </p:nvSpPr>
        <p:spPr>
          <a:xfrm>
            <a:off x="2206" y="-14"/>
            <a:ext cx="6598407" cy="6857986"/>
          </a:xfrm>
          <a:custGeom>
            <a:avLst/>
            <a:gdLst/>
            <a:ahLst/>
            <a:cxnLst/>
            <a:rect l="l" t="t" r="r" b="b"/>
            <a:pathLst>
              <a:path w="10666095" h="7551420">
                <a:moveTo>
                  <a:pt x="10665701" y="0"/>
                </a:moveTo>
                <a:lnTo>
                  <a:pt x="0" y="0"/>
                </a:lnTo>
                <a:lnTo>
                  <a:pt x="0" y="7550861"/>
                </a:lnTo>
                <a:lnTo>
                  <a:pt x="10665701" y="7550861"/>
                </a:lnTo>
                <a:lnTo>
                  <a:pt x="10665701" y="0"/>
                </a:lnTo>
                <a:close/>
              </a:path>
            </a:pathLst>
          </a:custGeom>
          <a:solidFill>
            <a:srgbClr val="F1F2F2"/>
          </a:solidFill>
        </p:spPr>
        <p:txBody>
          <a:bodyPr wrap="square" lIns="0" tIns="0" rIns="0" bIns="0" rtlCol="0"/>
          <a:lstStyle/>
          <a:p>
            <a:pPr defTabSz="914377"/>
            <a:endParaRPr dirty="0"/>
          </a:p>
        </p:txBody>
      </p:sp>
      <p:grpSp>
        <p:nvGrpSpPr>
          <p:cNvPr id="20" name="object 16">
            <a:extLst>
              <a:ext uri="{FF2B5EF4-FFF2-40B4-BE49-F238E27FC236}">
                <a16:creationId xmlns:a16="http://schemas.microsoft.com/office/drawing/2014/main" id="{DE471B0B-1E58-675D-870A-C76A5364075A}"/>
              </a:ext>
            </a:extLst>
          </p:cNvPr>
          <p:cNvGrpSpPr/>
          <p:nvPr userDrawn="1"/>
        </p:nvGrpSpPr>
        <p:grpSpPr>
          <a:xfrm>
            <a:off x="10205824" y="452744"/>
            <a:ext cx="1070111" cy="330711"/>
            <a:chOff x="11225438" y="-568480"/>
            <a:chExt cx="1179702" cy="364578"/>
          </a:xfrm>
        </p:grpSpPr>
        <p:sp>
          <p:nvSpPr>
            <p:cNvPr id="21" name="object 17">
              <a:extLst>
                <a:ext uri="{FF2B5EF4-FFF2-40B4-BE49-F238E27FC236}">
                  <a16:creationId xmlns:a16="http://schemas.microsoft.com/office/drawing/2014/main" id="{BF37AC36-D8CE-E26B-FE83-FD380D2BE131}"/>
                </a:ext>
              </a:extLst>
            </p:cNvPr>
            <p:cNvSpPr/>
            <p:nvPr/>
          </p:nvSpPr>
          <p:spPr>
            <a:xfrm>
              <a:off x="12386725" y="-338552"/>
              <a:ext cx="18415" cy="125730"/>
            </a:xfrm>
            <a:custGeom>
              <a:avLst/>
              <a:gdLst/>
              <a:ahLst/>
              <a:cxnLst/>
              <a:rect l="l" t="t" r="r" b="b"/>
              <a:pathLst>
                <a:path w="18415" h="125729">
                  <a:moveTo>
                    <a:pt x="18034" y="0"/>
                  </a:moveTo>
                  <a:lnTo>
                    <a:pt x="0" y="0"/>
                  </a:lnTo>
                  <a:lnTo>
                    <a:pt x="0" y="125171"/>
                  </a:lnTo>
                  <a:lnTo>
                    <a:pt x="18034" y="125171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64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18">
              <a:extLst>
                <a:ext uri="{FF2B5EF4-FFF2-40B4-BE49-F238E27FC236}">
                  <a16:creationId xmlns:a16="http://schemas.microsoft.com/office/drawing/2014/main" id="{312A3294-59BC-8D7C-6045-0863C0D7811F}"/>
                </a:ext>
              </a:extLst>
            </p:cNvPr>
            <p:cNvPicPr/>
            <p:nvPr/>
          </p:nvPicPr>
          <p:blipFill>
            <a:blip r:embed="rId2" cstate="print">
              <a:biLevel thresh="25000"/>
            </a:blip>
            <a:stretch>
              <a:fillRect/>
            </a:stretch>
          </p:blipFill>
          <p:spPr>
            <a:xfrm>
              <a:off x="11225438" y="-568480"/>
              <a:ext cx="1179130" cy="364578"/>
            </a:xfrm>
            <a:prstGeom prst="rect">
              <a:avLst/>
            </a:prstGeom>
          </p:spPr>
        </p:pic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81D0FF-F523-E282-B058-0573E6801829}"/>
              </a:ext>
            </a:extLst>
          </p:cNvPr>
          <p:cNvCxnSpPr>
            <a:cxnSpLocks/>
          </p:cNvCxnSpPr>
          <p:nvPr userDrawn="1"/>
        </p:nvCxnSpPr>
        <p:spPr>
          <a:xfrm>
            <a:off x="1092425" y="745188"/>
            <a:ext cx="888977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1E2BDE-18B5-EC44-EB89-7C3FDB48F617}"/>
              </a:ext>
            </a:extLst>
          </p:cNvPr>
          <p:cNvCxnSpPr/>
          <p:nvPr userDrawn="1"/>
        </p:nvCxnSpPr>
        <p:spPr>
          <a:xfrm flipV="1">
            <a:off x="931074" y="745351"/>
            <a:ext cx="5669280" cy="24131"/>
          </a:xfrm>
          <a:prstGeom prst="line">
            <a:avLst/>
          </a:prstGeom>
          <a:ln w="28575">
            <a:solidFill>
              <a:srgbClr val="064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73E968-A5CC-C4BF-4E79-1119251851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1338" y="1855338"/>
            <a:ext cx="5040848" cy="408450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CF2D19-B512-BDC1-BD2A-36B5858F60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37400" y="1771650"/>
            <a:ext cx="4227513" cy="4127500"/>
          </a:xfrm>
          <a:prstGeom prst="rect">
            <a:avLst/>
          </a:prstGeo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D4852B46-122B-820A-B785-C1AA1CCCB78E}"/>
              </a:ext>
            </a:extLst>
          </p:cNvPr>
          <p:cNvSpPr txBox="1">
            <a:spLocks/>
          </p:cNvSpPr>
          <p:nvPr userDrawn="1"/>
        </p:nvSpPr>
        <p:spPr>
          <a:xfrm>
            <a:off x="10631767" y="6305611"/>
            <a:ext cx="1089424" cy="4023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EB68D2-7CD7-404A-8B36-E85C0674529F}" type="datetimeFigureOut">
              <a:rPr lang="en-US" smtClean="0">
                <a:solidFill>
                  <a:schemeClr val="bg1"/>
                </a:solidFill>
              </a:rPr>
              <a:pPr/>
              <a:t>10/27/2025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956AE3FC-27E6-C1FD-F2BB-78CF3EBE98BB}"/>
              </a:ext>
            </a:extLst>
          </p:cNvPr>
          <p:cNvSpPr txBox="1">
            <a:spLocks/>
          </p:cNvSpPr>
          <p:nvPr userDrawn="1"/>
        </p:nvSpPr>
        <p:spPr>
          <a:xfrm>
            <a:off x="0" y="6287736"/>
            <a:ext cx="1027688" cy="397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CDE38A-599C-47B6-93B7-860B401EEEB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144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7297A732-9D89-1C64-4F8A-63A2DAC4FED2}"/>
              </a:ext>
            </a:extLst>
          </p:cNvPr>
          <p:cNvSpPr/>
          <p:nvPr/>
        </p:nvSpPr>
        <p:spPr>
          <a:xfrm>
            <a:off x="6565370" y="-14"/>
            <a:ext cx="5629275" cy="6858000"/>
          </a:xfrm>
          <a:custGeom>
            <a:avLst/>
            <a:gdLst/>
            <a:ahLst/>
            <a:cxnLst/>
            <a:rect l="l" t="t" r="r" b="b"/>
            <a:pathLst>
              <a:path w="5629275" h="7553325">
                <a:moveTo>
                  <a:pt x="5628919" y="0"/>
                </a:moveTo>
                <a:lnTo>
                  <a:pt x="0" y="0"/>
                </a:lnTo>
                <a:lnTo>
                  <a:pt x="0" y="7552766"/>
                </a:lnTo>
                <a:lnTo>
                  <a:pt x="5628919" y="7552766"/>
                </a:lnTo>
                <a:lnTo>
                  <a:pt x="5628919" y="0"/>
                </a:lnTo>
                <a:close/>
              </a:path>
            </a:pathLst>
          </a:custGeom>
          <a:solidFill>
            <a:srgbClr val="064E8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3">
            <a:extLst>
              <a:ext uri="{FF2B5EF4-FFF2-40B4-BE49-F238E27FC236}">
                <a16:creationId xmlns:a16="http://schemas.microsoft.com/office/drawing/2014/main" id="{5A4A4083-E111-C8E9-F162-0F3C239CFA64}"/>
              </a:ext>
            </a:extLst>
          </p:cNvPr>
          <p:cNvSpPr/>
          <p:nvPr/>
        </p:nvSpPr>
        <p:spPr>
          <a:xfrm>
            <a:off x="2206" y="-14"/>
            <a:ext cx="6598407" cy="6857986"/>
          </a:xfrm>
          <a:custGeom>
            <a:avLst/>
            <a:gdLst/>
            <a:ahLst/>
            <a:cxnLst/>
            <a:rect l="l" t="t" r="r" b="b"/>
            <a:pathLst>
              <a:path w="10666095" h="7551420">
                <a:moveTo>
                  <a:pt x="10665701" y="0"/>
                </a:moveTo>
                <a:lnTo>
                  <a:pt x="0" y="0"/>
                </a:lnTo>
                <a:lnTo>
                  <a:pt x="0" y="7550861"/>
                </a:lnTo>
                <a:lnTo>
                  <a:pt x="10665701" y="7550861"/>
                </a:lnTo>
                <a:lnTo>
                  <a:pt x="10665701" y="0"/>
                </a:lnTo>
                <a:close/>
              </a:path>
            </a:pathLst>
          </a:custGeom>
          <a:solidFill>
            <a:srgbClr val="F1F2F2"/>
          </a:solidFill>
        </p:spPr>
        <p:txBody>
          <a:bodyPr wrap="square" lIns="0" tIns="0" rIns="0" bIns="0" rtlCol="0"/>
          <a:lstStyle/>
          <a:p>
            <a:pPr defTabSz="914377"/>
            <a:endParaRPr dirty="0"/>
          </a:p>
        </p:txBody>
      </p:sp>
      <p:grpSp>
        <p:nvGrpSpPr>
          <p:cNvPr id="20" name="object 16">
            <a:extLst>
              <a:ext uri="{FF2B5EF4-FFF2-40B4-BE49-F238E27FC236}">
                <a16:creationId xmlns:a16="http://schemas.microsoft.com/office/drawing/2014/main" id="{DE471B0B-1E58-675D-870A-C76A5364075A}"/>
              </a:ext>
            </a:extLst>
          </p:cNvPr>
          <p:cNvGrpSpPr/>
          <p:nvPr userDrawn="1"/>
        </p:nvGrpSpPr>
        <p:grpSpPr>
          <a:xfrm>
            <a:off x="10205824" y="452744"/>
            <a:ext cx="1070111" cy="330711"/>
            <a:chOff x="11225438" y="-568480"/>
            <a:chExt cx="1179702" cy="364578"/>
          </a:xfrm>
        </p:grpSpPr>
        <p:sp>
          <p:nvSpPr>
            <p:cNvPr id="21" name="object 17">
              <a:extLst>
                <a:ext uri="{FF2B5EF4-FFF2-40B4-BE49-F238E27FC236}">
                  <a16:creationId xmlns:a16="http://schemas.microsoft.com/office/drawing/2014/main" id="{BF37AC36-D8CE-E26B-FE83-FD380D2BE131}"/>
                </a:ext>
              </a:extLst>
            </p:cNvPr>
            <p:cNvSpPr/>
            <p:nvPr/>
          </p:nvSpPr>
          <p:spPr>
            <a:xfrm>
              <a:off x="12386725" y="-338552"/>
              <a:ext cx="18415" cy="125730"/>
            </a:xfrm>
            <a:custGeom>
              <a:avLst/>
              <a:gdLst/>
              <a:ahLst/>
              <a:cxnLst/>
              <a:rect l="l" t="t" r="r" b="b"/>
              <a:pathLst>
                <a:path w="18415" h="125729">
                  <a:moveTo>
                    <a:pt x="18034" y="0"/>
                  </a:moveTo>
                  <a:lnTo>
                    <a:pt x="0" y="0"/>
                  </a:lnTo>
                  <a:lnTo>
                    <a:pt x="0" y="125171"/>
                  </a:lnTo>
                  <a:lnTo>
                    <a:pt x="18034" y="125171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64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18">
              <a:extLst>
                <a:ext uri="{FF2B5EF4-FFF2-40B4-BE49-F238E27FC236}">
                  <a16:creationId xmlns:a16="http://schemas.microsoft.com/office/drawing/2014/main" id="{312A3294-59BC-8D7C-6045-0863C0D7811F}"/>
                </a:ext>
              </a:extLst>
            </p:cNvPr>
            <p:cNvPicPr/>
            <p:nvPr/>
          </p:nvPicPr>
          <p:blipFill>
            <a:blip r:embed="rId2" cstate="print">
              <a:biLevel thresh="25000"/>
            </a:blip>
            <a:stretch>
              <a:fillRect/>
            </a:stretch>
          </p:blipFill>
          <p:spPr>
            <a:xfrm>
              <a:off x="11225438" y="-568480"/>
              <a:ext cx="1179130" cy="364578"/>
            </a:xfrm>
            <a:prstGeom prst="rect">
              <a:avLst/>
            </a:prstGeom>
          </p:spPr>
        </p:pic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81D0FF-F523-E282-B058-0573E6801829}"/>
              </a:ext>
            </a:extLst>
          </p:cNvPr>
          <p:cNvCxnSpPr>
            <a:cxnSpLocks/>
          </p:cNvCxnSpPr>
          <p:nvPr userDrawn="1"/>
        </p:nvCxnSpPr>
        <p:spPr>
          <a:xfrm>
            <a:off x="1092425" y="745188"/>
            <a:ext cx="888977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1E2BDE-18B5-EC44-EB89-7C3FDB48F617}"/>
              </a:ext>
            </a:extLst>
          </p:cNvPr>
          <p:cNvCxnSpPr/>
          <p:nvPr userDrawn="1"/>
        </p:nvCxnSpPr>
        <p:spPr>
          <a:xfrm flipV="1">
            <a:off x="931074" y="745351"/>
            <a:ext cx="5669280" cy="24131"/>
          </a:xfrm>
          <a:prstGeom prst="line">
            <a:avLst/>
          </a:prstGeom>
          <a:ln w="28575">
            <a:solidFill>
              <a:srgbClr val="064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73E968-A5CC-C4BF-4E79-1119251851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1338" y="1143239"/>
            <a:ext cx="4911572" cy="2285761"/>
          </a:xfrm>
          <a:prstGeom prst="rect">
            <a:avLst/>
          </a:prstGeo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CF2D19-B512-BDC1-BD2A-36B5858F60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28342" y="1143239"/>
            <a:ext cx="4147074" cy="4811664"/>
          </a:xfrm>
          <a:prstGeom prst="rect">
            <a:avLst/>
          </a:prstGeo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D4852B46-122B-820A-B785-C1AA1CCCB78E}"/>
              </a:ext>
            </a:extLst>
          </p:cNvPr>
          <p:cNvSpPr txBox="1">
            <a:spLocks/>
          </p:cNvSpPr>
          <p:nvPr userDrawn="1"/>
        </p:nvSpPr>
        <p:spPr>
          <a:xfrm>
            <a:off x="10631767" y="6305611"/>
            <a:ext cx="1089424" cy="4023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EB68D2-7CD7-404A-8B36-E85C0674529F}" type="datetimeFigureOut">
              <a:rPr lang="en-US" smtClean="0">
                <a:solidFill>
                  <a:schemeClr val="bg1"/>
                </a:solidFill>
              </a:rPr>
              <a:pPr/>
              <a:t>10/27/2025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956AE3FC-27E6-C1FD-F2BB-78CF3EBE98BB}"/>
              </a:ext>
            </a:extLst>
          </p:cNvPr>
          <p:cNvSpPr txBox="1">
            <a:spLocks/>
          </p:cNvSpPr>
          <p:nvPr userDrawn="1"/>
        </p:nvSpPr>
        <p:spPr>
          <a:xfrm>
            <a:off x="0" y="6287736"/>
            <a:ext cx="1027688" cy="397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CDE38A-599C-47B6-93B7-860B401EEEB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A1E80E6-012B-730C-6AEC-E5D2C5CD30C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71338" y="3783201"/>
            <a:ext cx="4911572" cy="2285761"/>
          </a:xfrm>
          <a:prstGeom prst="rect">
            <a:avLst/>
          </a:prstGeo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76161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7297A732-9D89-1C64-4F8A-63A2DAC4FED2}"/>
              </a:ext>
            </a:extLst>
          </p:cNvPr>
          <p:cNvSpPr/>
          <p:nvPr/>
        </p:nvSpPr>
        <p:spPr>
          <a:xfrm>
            <a:off x="6565370" y="-14"/>
            <a:ext cx="5629275" cy="6858000"/>
          </a:xfrm>
          <a:custGeom>
            <a:avLst/>
            <a:gdLst/>
            <a:ahLst/>
            <a:cxnLst/>
            <a:rect l="l" t="t" r="r" b="b"/>
            <a:pathLst>
              <a:path w="5629275" h="7553325">
                <a:moveTo>
                  <a:pt x="5628919" y="0"/>
                </a:moveTo>
                <a:lnTo>
                  <a:pt x="0" y="0"/>
                </a:lnTo>
                <a:lnTo>
                  <a:pt x="0" y="7552766"/>
                </a:lnTo>
                <a:lnTo>
                  <a:pt x="5628919" y="7552766"/>
                </a:lnTo>
                <a:lnTo>
                  <a:pt x="5628919" y="0"/>
                </a:lnTo>
                <a:close/>
              </a:path>
            </a:pathLst>
          </a:custGeom>
          <a:solidFill>
            <a:srgbClr val="064E8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3">
            <a:extLst>
              <a:ext uri="{FF2B5EF4-FFF2-40B4-BE49-F238E27FC236}">
                <a16:creationId xmlns:a16="http://schemas.microsoft.com/office/drawing/2014/main" id="{5A4A4083-E111-C8E9-F162-0F3C239CFA64}"/>
              </a:ext>
            </a:extLst>
          </p:cNvPr>
          <p:cNvSpPr/>
          <p:nvPr/>
        </p:nvSpPr>
        <p:spPr>
          <a:xfrm>
            <a:off x="3397" y="14500"/>
            <a:ext cx="6598407" cy="6857986"/>
          </a:xfrm>
          <a:custGeom>
            <a:avLst/>
            <a:gdLst/>
            <a:ahLst/>
            <a:cxnLst/>
            <a:rect l="l" t="t" r="r" b="b"/>
            <a:pathLst>
              <a:path w="10666095" h="7551420">
                <a:moveTo>
                  <a:pt x="10665701" y="0"/>
                </a:moveTo>
                <a:lnTo>
                  <a:pt x="0" y="0"/>
                </a:lnTo>
                <a:lnTo>
                  <a:pt x="0" y="7550861"/>
                </a:lnTo>
                <a:lnTo>
                  <a:pt x="10665701" y="7550861"/>
                </a:lnTo>
                <a:lnTo>
                  <a:pt x="10665701" y="0"/>
                </a:lnTo>
                <a:close/>
              </a:path>
            </a:pathLst>
          </a:custGeom>
          <a:solidFill>
            <a:srgbClr val="F1F2F2"/>
          </a:solidFill>
        </p:spPr>
        <p:txBody>
          <a:bodyPr wrap="square" lIns="0" tIns="0" rIns="0" bIns="0" rtlCol="0"/>
          <a:lstStyle/>
          <a:p>
            <a:pPr defTabSz="914377"/>
            <a:endParaRPr dirty="0"/>
          </a:p>
        </p:txBody>
      </p:sp>
      <p:grpSp>
        <p:nvGrpSpPr>
          <p:cNvPr id="20" name="object 16">
            <a:extLst>
              <a:ext uri="{FF2B5EF4-FFF2-40B4-BE49-F238E27FC236}">
                <a16:creationId xmlns:a16="http://schemas.microsoft.com/office/drawing/2014/main" id="{DE471B0B-1E58-675D-870A-C76A5364075A}"/>
              </a:ext>
            </a:extLst>
          </p:cNvPr>
          <p:cNvGrpSpPr/>
          <p:nvPr userDrawn="1"/>
        </p:nvGrpSpPr>
        <p:grpSpPr>
          <a:xfrm>
            <a:off x="10205824" y="452744"/>
            <a:ext cx="1070111" cy="330711"/>
            <a:chOff x="11225438" y="-568480"/>
            <a:chExt cx="1179702" cy="364578"/>
          </a:xfrm>
        </p:grpSpPr>
        <p:sp>
          <p:nvSpPr>
            <p:cNvPr id="21" name="object 17">
              <a:extLst>
                <a:ext uri="{FF2B5EF4-FFF2-40B4-BE49-F238E27FC236}">
                  <a16:creationId xmlns:a16="http://schemas.microsoft.com/office/drawing/2014/main" id="{BF37AC36-D8CE-E26B-FE83-FD380D2BE131}"/>
                </a:ext>
              </a:extLst>
            </p:cNvPr>
            <p:cNvSpPr/>
            <p:nvPr/>
          </p:nvSpPr>
          <p:spPr>
            <a:xfrm>
              <a:off x="12386725" y="-338552"/>
              <a:ext cx="18415" cy="125730"/>
            </a:xfrm>
            <a:custGeom>
              <a:avLst/>
              <a:gdLst/>
              <a:ahLst/>
              <a:cxnLst/>
              <a:rect l="l" t="t" r="r" b="b"/>
              <a:pathLst>
                <a:path w="18415" h="125729">
                  <a:moveTo>
                    <a:pt x="18034" y="0"/>
                  </a:moveTo>
                  <a:lnTo>
                    <a:pt x="0" y="0"/>
                  </a:lnTo>
                  <a:lnTo>
                    <a:pt x="0" y="125171"/>
                  </a:lnTo>
                  <a:lnTo>
                    <a:pt x="18034" y="125171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64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18">
              <a:extLst>
                <a:ext uri="{FF2B5EF4-FFF2-40B4-BE49-F238E27FC236}">
                  <a16:creationId xmlns:a16="http://schemas.microsoft.com/office/drawing/2014/main" id="{312A3294-59BC-8D7C-6045-0863C0D7811F}"/>
                </a:ext>
              </a:extLst>
            </p:cNvPr>
            <p:cNvPicPr/>
            <p:nvPr/>
          </p:nvPicPr>
          <p:blipFill>
            <a:blip r:embed="rId2" cstate="print">
              <a:biLevel thresh="25000"/>
            </a:blip>
            <a:stretch>
              <a:fillRect/>
            </a:stretch>
          </p:blipFill>
          <p:spPr>
            <a:xfrm>
              <a:off x="11225438" y="-568480"/>
              <a:ext cx="1179130" cy="364578"/>
            </a:xfrm>
            <a:prstGeom prst="rect">
              <a:avLst/>
            </a:prstGeom>
          </p:spPr>
        </p:pic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73E968-A5CC-C4BF-4E79-1119251851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1338" y="1143239"/>
            <a:ext cx="4911572" cy="2285761"/>
          </a:xfrm>
          <a:prstGeom prst="rect">
            <a:avLst/>
          </a:prstGeo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CF2D19-B512-BDC1-BD2A-36B5858F60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28342" y="1143239"/>
            <a:ext cx="4147074" cy="4811664"/>
          </a:xfrm>
          <a:prstGeom prst="rect">
            <a:avLst/>
          </a:prstGeo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D4852B46-122B-820A-B785-C1AA1CCCB78E}"/>
              </a:ext>
            </a:extLst>
          </p:cNvPr>
          <p:cNvSpPr txBox="1">
            <a:spLocks/>
          </p:cNvSpPr>
          <p:nvPr userDrawn="1"/>
        </p:nvSpPr>
        <p:spPr>
          <a:xfrm>
            <a:off x="10631767" y="6305611"/>
            <a:ext cx="1089424" cy="4023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EB68D2-7CD7-404A-8B36-E85C0674529F}" type="datetimeFigureOut">
              <a:rPr lang="en-US" smtClean="0">
                <a:solidFill>
                  <a:schemeClr val="bg1"/>
                </a:solidFill>
              </a:rPr>
              <a:pPr/>
              <a:t>10/27/2025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956AE3FC-27E6-C1FD-F2BB-78CF3EBE98BB}"/>
              </a:ext>
            </a:extLst>
          </p:cNvPr>
          <p:cNvSpPr txBox="1">
            <a:spLocks/>
          </p:cNvSpPr>
          <p:nvPr userDrawn="1"/>
        </p:nvSpPr>
        <p:spPr>
          <a:xfrm>
            <a:off x="0" y="6287736"/>
            <a:ext cx="1027688" cy="397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CDE38A-599C-47B6-93B7-860B401EEEB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A1E80E6-012B-730C-6AEC-E5D2C5CD30C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71338" y="3783201"/>
            <a:ext cx="4911572" cy="2285761"/>
          </a:xfrm>
          <a:prstGeom prst="rect">
            <a:avLst/>
          </a:prstGeo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6313D59-AB16-0FE9-9D93-49C46D85F2AF}"/>
              </a:ext>
            </a:extLst>
          </p:cNvPr>
          <p:cNvCxnSpPr>
            <a:cxnSpLocks/>
          </p:cNvCxnSpPr>
          <p:nvPr userDrawn="1"/>
        </p:nvCxnSpPr>
        <p:spPr>
          <a:xfrm>
            <a:off x="1044800" y="754713"/>
            <a:ext cx="8889775" cy="0"/>
          </a:xfrm>
          <a:prstGeom prst="line">
            <a:avLst/>
          </a:prstGeom>
          <a:ln w="28575">
            <a:solidFill>
              <a:srgbClr val="A7A9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48051FB-0372-2BF6-F1DC-AA099FD508D9}"/>
              </a:ext>
            </a:extLst>
          </p:cNvPr>
          <p:cNvCxnSpPr>
            <a:cxnSpLocks/>
          </p:cNvCxnSpPr>
          <p:nvPr userDrawn="1"/>
        </p:nvCxnSpPr>
        <p:spPr>
          <a:xfrm>
            <a:off x="6600613" y="755334"/>
            <a:ext cx="333396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97315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7297A732-9D89-1C64-4F8A-63A2DAC4FED2}"/>
              </a:ext>
            </a:extLst>
          </p:cNvPr>
          <p:cNvSpPr/>
          <p:nvPr/>
        </p:nvSpPr>
        <p:spPr>
          <a:xfrm>
            <a:off x="1" y="1"/>
            <a:ext cx="5629275" cy="6858000"/>
          </a:xfrm>
          <a:custGeom>
            <a:avLst/>
            <a:gdLst/>
            <a:ahLst/>
            <a:cxnLst/>
            <a:rect l="l" t="t" r="r" b="b"/>
            <a:pathLst>
              <a:path w="5629275" h="7553325">
                <a:moveTo>
                  <a:pt x="5628919" y="0"/>
                </a:moveTo>
                <a:lnTo>
                  <a:pt x="0" y="0"/>
                </a:lnTo>
                <a:lnTo>
                  <a:pt x="0" y="7552766"/>
                </a:lnTo>
                <a:lnTo>
                  <a:pt x="5628919" y="7552766"/>
                </a:lnTo>
                <a:lnTo>
                  <a:pt x="5628919" y="0"/>
                </a:lnTo>
                <a:close/>
              </a:path>
            </a:pathLst>
          </a:custGeom>
          <a:solidFill>
            <a:srgbClr val="064E8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3">
            <a:extLst>
              <a:ext uri="{FF2B5EF4-FFF2-40B4-BE49-F238E27FC236}">
                <a16:creationId xmlns:a16="http://schemas.microsoft.com/office/drawing/2014/main" id="{5A4A4083-E111-C8E9-F162-0F3C239CFA64}"/>
              </a:ext>
            </a:extLst>
          </p:cNvPr>
          <p:cNvSpPr/>
          <p:nvPr/>
        </p:nvSpPr>
        <p:spPr>
          <a:xfrm>
            <a:off x="5595469" y="14"/>
            <a:ext cx="6598407" cy="6857986"/>
          </a:xfrm>
          <a:custGeom>
            <a:avLst/>
            <a:gdLst/>
            <a:ahLst/>
            <a:cxnLst/>
            <a:rect l="l" t="t" r="r" b="b"/>
            <a:pathLst>
              <a:path w="10666095" h="7551420">
                <a:moveTo>
                  <a:pt x="10665701" y="0"/>
                </a:moveTo>
                <a:lnTo>
                  <a:pt x="0" y="0"/>
                </a:lnTo>
                <a:lnTo>
                  <a:pt x="0" y="7550861"/>
                </a:lnTo>
                <a:lnTo>
                  <a:pt x="10665701" y="7550861"/>
                </a:lnTo>
                <a:lnTo>
                  <a:pt x="10665701" y="0"/>
                </a:lnTo>
                <a:close/>
              </a:path>
            </a:pathLst>
          </a:custGeom>
          <a:solidFill>
            <a:srgbClr val="F1F2F2"/>
          </a:solidFill>
        </p:spPr>
        <p:txBody>
          <a:bodyPr wrap="square" lIns="0" tIns="0" rIns="0" bIns="0" rtlCol="0"/>
          <a:lstStyle/>
          <a:p>
            <a:pPr defTabSz="914377"/>
            <a:endParaRPr dirty="0"/>
          </a:p>
        </p:txBody>
      </p:sp>
      <p:grpSp>
        <p:nvGrpSpPr>
          <p:cNvPr id="11" name="object 16">
            <a:extLst>
              <a:ext uri="{FF2B5EF4-FFF2-40B4-BE49-F238E27FC236}">
                <a16:creationId xmlns:a16="http://schemas.microsoft.com/office/drawing/2014/main" id="{9A2FED39-4CD9-8F40-57A6-6A6CEA13EEF4}"/>
              </a:ext>
            </a:extLst>
          </p:cNvPr>
          <p:cNvGrpSpPr/>
          <p:nvPr userDrawn="1"/>
        </p:nvGrpSpPr>
        <p:grpSpPr>
          <a:xfrm>
            <a:off x="10205824" y="452744"/>
            <a:ext cx="1070111" cy="330711"/>
            <a:chOff x="11225438" y="-568480"/>
            <a:chExt cx="1179702" cy="364578"/>
          </a:xfrm>
        </p:grpSpPr>
        <p:sp>
          <p:nvSpPr>
            <p:cNvPr id="13" name="object 17">
              <a:extLst>
                <a:ext uri="{FF2B5EF4-FFF2-40B4-BE49-F238E27FC236}">
                  <a16:creationId xmlns:a16="http://schemas.microsoft.com/office/drawing/2014/main" id="{BED1AD4E-D6E4-1363-A260-90C3A0234572}"/>
                </a:ext>
              </a:extLst>
            </p:cNvPr>
            <p:cNvSpPr/>
            <p:nvPr/>
          </p:nvSpPr>
          <p:spPr>
            <a:xfrm>
              <a:off x="12386725" y="-338552"/>
              <a:ext cx="18415" cy="125730"/>
            </a:xfrm>
            <a:custGeom>
              <a:avLst/>
              <a:gdLst/>
              <a:ahLst/>
              <a:cxnLst/>
              <a:rect l="l" t="t" r="r" b="b"/>
              <a:pathLst>
                <a:path w="18415" h="125729">
                  <a:moveTo>
                    <a:pt x="18034" y="0"/>
                  </a:moveTo>
                  <a:lnTo>
                    <a:pt x="0" y="0"/>
                  </a:lnTo>
                  <a:lnTo>
                    <a:pt x="0" y="125171"/>
                  </a:lnTo>
                  <a:lnTo>
                    <a:pt x="18034" y="125171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64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8">
              <a:extLst>
                <a:ext uri="{FF2B5EF4-FFF2-40B4-BE49-F238E27FC236}">
                  <a16:creationId xmlns:a16="http://schemas.microsoft.com/office/drawing/2014/main" id="{E4592F5F-508C-8559-46B0-0D987303C98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25438" y="-568480"/>
              <a:ext cx="1179130" cy="364578"/>
            </a:xfrm>
            <a:prstGeom prst="rect">
              <a:avLst/>
            </a:prstGeom>
          </p:spPr>
        </p:pic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9D7EA70-FD68-B340-5BE5-51427B5A9D4E}"/>
              </a:ext>
            </a:extLst>
          </p:cNvPr>
          <p:cNvCxnSpPr>
            <a:cxnSpLocks/>
          </p:cNvCxnSpPr>
          <p:nvPr userDrawn="1"/>
        </p:nvCxnSpPr>
        <p:spPr>
          <a:xfrm>
            <a:off x="1092425" y="745188"/>
            <a:ext cx="8889775" cy="0"/>
          </a:xfrm>
          <a:prstGeom prst="line">
            <a:avLst/>
          </a:prstGeom>
          <a:ln w="28575">
            <a:solidFill>
              <a:srgbClr val="A7A9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A32513EA-0BF8-94B8-C58F-D6CB24B8EE8C}"/>
              </a:ext>
            </a:extLst>
          </p:cNvPr>
          <p:cNvSpPr txBox="1">
            <a:spLocks/>
          </p:cNvSpPr>
          <p:nvPr userDrawn="1"/>
        </p:nvSpPr>
        <p:spPr>
          <a:xfrm>
            <a:off x="0" y="6287736"/>
            <a:ext cx="1027688" cy="397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CDE38A-599C-47B6-93B7-860B401EEEB5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62C8DB25-4A8E-16AC-C2AE-887D304CB67E}"/>
              </a:ext>
            </a:extLst>
          </p:cNvPr>
          <p:cNvSpPr txBox="1">
            <a:spLocks/>
          </p:cNvSpPr>
          <p:nvPr userDrawn="1"/>
        </p:nvSpPr>
        <p:spPr>
          <a:xfrm>
            <a:off x="10631767" y="6305611"/>
            <a:ext cx="1089424" cy="4023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EB68D2-7CD7-404A-8B36-E85C0674529F}" type="datetimeFigureOut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94A1E7BE-249F-D695-F8DD-9D479BFB4E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73738" y="1308633"/>
            <a:ext cx="5101678" cy="4804175"/>
          </a:xfrm>
          <a:prstGeom prst="rect">
            <a:avLst/>
          </a:prstGeo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F5270F-7B40-7549-6504-CE4BD45E42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8921" y="1343601"/>
            <a:ext cx="3981450" cy="47342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000227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7297A732-9D89-1C64-4F8A-63A2DAC4FED2}"/>
              </a:ext>
            </a:extLst>
          </p:cNvPr>
          <p:cNvSpPr/>
          <p:nvPr/>
        </p:nvSpPr>
        <p:spPr>
          <a:xfrm>
            <a:off x="1" y="1"/>
            <a:ext cx="5629275" cy="6858000"/>
          </a:xfrm>
          <a:custGeom>
            <a:avLst/>
            <a:gdLst/>
            <a:ahLst/>
            <a:cxnLst/>
            <a:rect l="l" t="t" r="r" b="b"/>
            <a:pathLst>
              <a:path w="5629275" h="7553325">
                <a:moveTo>
                  <a:pt x="5628919" y="0"/>
                </a:moveTo>
                <a:lnTo>
                  <a:pt x="0" y="0"/>
                </a:lnTo>
                <a:lnTo>
                  <a:pt x="0" y="7552766"/>
                </a:lnTo>
                <a:lnTo>
                  <a:pt x="5628919" y="7552766"/>
                </a:lnTo>
                <a:lnTo>
                  <a:pt x="5628919" y="0"/>
                </a:lnTo>
                <a:close/>
              </a:path>
            </a:pathLst>
          </a:custGeom>
          <a:solidFill>
            <a:srgbClr val="F15A4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3">
            <a:extLst>
              <a:ext uri="{FF2B5EF4-FFF2-40B4-BE49-F238E27FC236}">
                <a16:creationId xmlns:a16="http://schemas.microsoft.com/office/drawing/2014/main" id="{5A4A4083-E111-C8E9-F162-0F3C239CFA64}"/>
              </a:ext>
            </a:extLst>
          </p:cNvPr>
          <p:cNvSpPr/>
          <p:nvPr/>
        </p:nvSpPr>
        <p:spPr>
          <a:xfrm>
            <a:off x="5595469" y="14"/>
            <a:ext cx="6598407" cy="6857986"/>
          </a:xfrm>
          <a:custGeom>
            <a:avLst/>
            <a:gdLst/>
            <a:ahLst/>
            <a:cxnLst/>
            <a:rect l="l" t="t" r="r" b="b"/>
            <a:pathLst>
              <a:path w="10666095" h="7551420">
                <a:moveTo>
                  <a:pt x="10665701" y="0"/>
                </a:moveTo>
                <a:lnTo>
                  <a:pt x="0" y="0"/>
                </a:lnTo>
                <a:lnTo>
                  <a:pt x="0" y="7550861"/>
                </a:lnTo>
                <a:lnTo>
                  <a:pt x="10665701" y="7550861"/>
                </a:lnTo>
                <a:lnTo>
                  <a:pt x="10665701" y="0"/>
                </a:lnTo>
                <a:close/>
              </a:path>
            </a:pathLst>
          </a:custGeom>
          <a:solidFill>
            <a:srgbClr val="F1F2F2"/>
          </a:solidFill>
        </p:spPr>
        <p:txBody>
          <a:bodyPr wrap="square" lIns="0" tIns="0" rIns="0" bIns="0" rtlCol="0"/>
          <a:lstStyle/>
          <a:p>
            <a:pPr defTabSz="914377"/>
            <a:endParaRPr dirty="0"/>
          </a:p>
        </p:txBody>
      </p:sp>
      <p:grpSp>
        <p:nvGrpSpPr>
          <p:cNvPr id="11" name="object 16">
            <a:extLst>
              <a:ext uri="{FF2B5EF4-FFF2-40B4-BE49-F238E27FC236}">
                <a16:creationId xmlns:a16="http://schemas.microsoft.com/office/drawing/2014/main" id="{9A2FED39-4CD9-8F40-57A6-6A6CEA13EEF4}"/>
              </a:ext>
            </a:extLst>
          </p:cNvPr>
          <p:cNvGrpSpPr/>
          <p:nvPr userDrawn="1"/>
        </p:nvGrpSpPr>
        <p:grpSpPr>
          <a:xfrm>
            <a:off x="10205824" y="452744"/>
            <a:ext cx="1070111" cy="330711"/>
            <a:chOff x="11225438" y="-568480"/>
            <a:chExt cx="1179702" cy="364578"/>
          </a:xfrm>
        </p:grpSpPr>
        <p:sp>
          <p:nvSpPr>
            <p:cNvPr id="13" name="object 17">
              <a:extLst>
                <a:ext uri="{FF2B5EF4-FFF2-40B4-BE49-F238E27FC236}">
                  <a16:creationId xmlns:a16="http://schemas.microsoft.com/office/drawing/2014/main" id="{BED1AD4E-D6E4-1363-A260-90C3A0234572}"/>
                </a:ext>
              </a:extLst>
            </p:cNvPr>
            <p:cNvSpPr/>
            <p:nvPr/>
          </p:nvSpPr>
          <p:spPr>
            <a:xfrm>
              <a:off x="12386725" y="-338552"/>
              <a:ext cx="18415" cy="125730"/>
            </a:xfrm>
            <a:custGeom>
              <a:avLst/>
              <a:gdLst/>
              <a:ahLst/>
              <a:cxnLst/>
              <a:rect l="l" t="t" r="r" b="b"/>
              <a:pathLst>
                <a:path w="18415" h="125729">
                  <a:moveTo>
                    <a:pt x="18034" y="0"/>
                  </a:moveTo>
                  <a:lnTo>
                    <a:pt x="0" y="0"/>
                  </a:lnTo>
                  <a:lnTo>
                    <a:pt x="0" y="125171"/>
                  </a:lnTo>
                  <a:lnTo>
                    <a:pt x="18034" y="125171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64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8">
              <a:extLst>
                <a:ext uri="{FF2B5EF4-FFF2-40B4-BE49-F238E27FC236}">
                  <a16:creationId xmlns:a16="http://schemas.microsoft.com/office/drawing/2014/main" id="{E4592F5F-508C-8559-46B0-0D987303C98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25438" y="-568480"/>
              <a:ext cx="1179130" cy="364578"/>
            </a:xfrm>
            <a:prstGeom prst="rect">
              <a:avLst/>
            </a:prstGeom>
          </p:spPr>
        </p:pic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9D7EA70-FD68-B340-5BE5-51427B5A9D4E}"/>
              </a:ext>
            </a:extLst>
          </p:cNvPr>
          <p:cNvCxnSpPr>
            <a:cxnSpLocks/>
          </p:cNvCxnSpPr>
          <p:nvPr userDrawn="1"/>
        </p:nvCxnSpPr>
        <p:spPr>
          <a:xfrm>
            <a:off x="1092425" y="745188"/>
            <a:ext cx="8889775" cy="0"/>
          </a:xfrm>
          <a:prstGeom prst="line">
            <a:avLst/>
          </a:prstGeom>
          <a:ln w="28575">
            <a:solidFill>
              <a:srgbClr val="A7A9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A32513EA-0BF8-94B8-C58F-D6CB24B8EE8C}"/>
              </a:ext>
            </a:extLst>
          </p:cNvPr>
          <p:cNvSpPr txBox="1">
            <a:spLocks/>
          </p:cNvSpPr>
          <p:nvPr userDrawn="1"/>
        </p:nvSpPr>
        <p:spPr>
          <a:xfrm>
            <a:off x="0" y="6287736"/>
            <a:ext cx="1027688" cy="397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CDE38A-599C-47B6-93B7-860B401EEEB5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62C8DB25-4A8E-16AC-C2AE-887D304CB67E}"/>
              </a:ext>
            </a:extLst>
          </p:cNvPr>
          <p:cNvSpPr txBox="1">
            <a:spLocks/>
          </p:cNvSpPr>
          <p:nvPr userDrawn="1"/>
        </p:nvSpPr>
        <p:spPr>
          <a:xfrm>
            <a:off x="10631767" y="6305611"/>
            <a:ext cx="1089424" cy="4023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EB68D2-7CD7-404A-8B36-E85C0674529F}" type="datetimeFigureOut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94A1E7BE-249F-D695-F8DD-9D479BFB4E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73738" y="1308633"/>
            <a:ext cx="5101678" cy="4804175"/>
          </a:xfrm>
          <a:prstGeom prst="rect">
            <a:avLst/>
          </a:prstGeo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F5270F-7B40-7549-6504-CE4BD45E42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16584" y="1378568"/>
            <a:ext cx="3981450" cy="47342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20529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>
            <a:extLst>
              <a:ext uri="{FF2B5EF4-FFF2-40B4-BE49-F238E27FC236}">
                <a16:creationId xmlns:a16="http://schemas.microsoft.com/office/drawing/2014/main" id="{BF54D87C-671B-A9A6-F4B3-6CB000B407CC}"/>
              </a:ext>
            </a:extLst>
          </p:cNvPr>
          <p:cNvSpPr/>
          <p:nvPr/>
        </p:nvSpPr>
        <p:spPr>
          <a:xfrm>
            <a:off x="-32245" y="14"/>
            <a:ext cx="12272621" cy="6857986"/>
          </a:xfrm>
          <a:custGeom>
            <a:avLst/>
            <a:gdLst/>
            <a:ahLst/>
            <a:cxnLst/>
            <a:rect l="l" t="t" r="r" b="b"/>
            <a:pathLst>
              <a:path w="10666095" h="7551420">
                <a:moveTo>
                  <a:pt x="10665701" y="0"/>
                </a:moveTo>
                <a:lnTo>
                  <a:pt x="0" y="0"/>
                </a:lnTo>
                <a:lnTo>
                  <a:pt x="0" y="7550861"/>
                </a:lnTo>
                <a:lnTo>
                  <a:pt x="10665701" y="7550861"/>
                </a:lnTo>
                <a:lnTo>
                  <a:pt x="10665701" y="0"/>
                </a:lnTo>
                <a:close/>
              </a:path>
            </a:pathLst>
          </a:custGeom>
          <a:solidFill>
            <a:srgbClr val="F1F2F2"/>
          </a:solidFill>
        </p:spPr>
        <p:txBody>
          <a:bodyPr wrap="square" lIns="0" tIns="0" rIns="0" bIns="0" rtlCol="0"/>
          <a:lstStyle/>
          <a:p>
            <a:pPr defTabSz="914377"/>
            <a:endParaRPr dirty="0"/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C7E820B7-94D4-BB2D-D266-42A94BFB475B}"/>
              </a:ext>
            </a:extLst>
          </p:cNvPr>
          <p:cNvGrpSpPr/>
          <p:nvPr/>
        </p:nvGrpSpPr>
        <p:grpSpPr>
          <a:xfrm>
            <a:off x="1105856" y="646990"/>
            <a:ext cx="1179195" cy="365125"/>
            <a:chOff x="439428" y="615993"/>
            <a:chExt cx="1179195" cy="365125"/>
          </a:xfrm>
        </p:grpSpPr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94546B21-13E1-9439-EE3E-B1F02746F9A2}"/>
                </a:ext>
              </a:extLst>
            </p:cNvPr>
            <p:cNvSpPr/>
            <p:nvPr/>
          </p:nvSpPr>
          <p:spPr>
            <a:xfrm>
              <a:off x="1596783" y="850544"/>
              <a:ext cx="18415" cy="125730"/>
            </a:xfrm>
            <a:custGeom>
              <a:avLst/>
              <a:gdLst/>
              <a:ahLst/>
              <a:cxnLst/>
              <a:rect l="l" t="t" r="r" b="b"/>
              <a:pathLst>
                <a:path w="18415" h="125730">
                  <a:moveTo>
                    <a:pt x="18034" y="0"/>
                  </a:moveTo>
                  <a:lnTo>
                    <a:pt x="0" y="0"/>
                  </a:lnTo>
                  <a:lnTo>
                    <a:pt x="0" y="125171"/>
                  </a:lnTo>
                  <a:lnTo>
                    <a:pt x="18034" y="125171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64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0EE51B85-D6CB-5365-76AD-DEEA937F2E6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9428" y="615993"/>
              <a:ext cx="1179142" cy="364578"/>
            </a:xfrm>
            <a:prstGeom prst="rect">
              <a:avLst/>
            </a:prstGeom>
          </p:spPr>
        </p:pic>
      </p:grpSp>
      <p:sp>
        <p:nvSpPr>
          <p:cNvPr id="8" name="object 6">
            <a:extLst>
              <a:ext uri="{FF2B5EF4-FFF2-40B4-BE49-F238E27FC236}">
                <a16:creationId xmlns:a16="http://schemas.microsoft.com/office/drawing/2014/main" id="{7544E966-CDB8-EF67-DA16-7A86597B89BC}"/>
              </a:ext>
            </a:extLst>
          </p:cNvPr>
          <p:cNvSpPr/>
          <p:nvPr/>
        </p:nvSpPr>
        <p:spPr>
          <a:xfrm>
            <a:off x="2471199" y="951149"/>
            <a:ext cx="8887460" cy="24131"/>
          </a:xfrm>
          <a:custGeom>
            <a:avLst/>
            <a:gdLst/>
            <a:ahLst/>
            <a:cxnLst/>
            <a:rect l="l" t="t" r="r" b="b"/>
            <a:pathLst>
              <a:path w="8887460" h="24130">
                <a:moveTo>
                  <a:pt x="8887231" y="0"/>
                </a:moveTo>
                <a:lnTo>
                  <a:pt x="0" y="0"/>
                </a:lnTo>
                <a:lnTo>
                  <a:pt x="0" y="23710"/>
                </a:lnTo>
                <a:lnTo>
                  <a:pt x="8887231" y="23710"/>
                </a:lnTo>
                <a:lnTo>
                  <a:pt x="8887231" y="0"/>
                </a:lnTo>
                <a:close/>
              </a:path>
            </a:pathLst>
          </a:custGeom>
          <a:solidFill>
            <a:srgbClr val="A7A9A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7">
            <a:extLst>
              <a:ext uri="{FF2B5EF4-FFF2-40B4-BE49-F238E27FC236}">
                <a16:creationId xmlns:a16="http://schemas.microsoft.com/office/drawing/2014/main" id="{2CDAEE26-1D77-B156-F4A9-F49FCED13E4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8419" y="1832085"/>
            <a:ext cx="9239851" cy="45132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28FB1F-B862-9C6C-E061-FB46FCD8FF33}"/>
              </a:ext>
            </a:extLst>
          </p:cNvPr>
          <p:cNvSpPr txBox="1"/>
          <p:nvPr/>
        </p:nvSpPr>
        <p:spPr>
          <a:xfrm>
            <a:off x="-216976" y="-210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L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B94149-B4DF-A93E-FE58-9176934F7247}"/>
              </a:ext>
            </a:extLst>
          </p:cNvPr>
          <p:cNvSpPr/>
          <p:nvPr/>
        </p:nvSpPr>
        <p:spPr>
          <a:xfrm>
            <a:off x="1577340" y="2110740"/>
            <a:ext cx="1516380" cy="731520"/>
          </a:xfrm>
          <a:prstGeom prst="rect">
            <a:avLst/>
          </a:prstGeom>
          <a:solidFill>
            <a:srgbClr val="F1F2F2"/>
          </a:solidFill>
          <a:ln>
            <a:solidFill>
              <a:srgbClr val="F1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80AA1D-7D0F-2BB9-4383-575DAD5063B0}"/>
              </a:ext>
            </a:extLst>
          </p:cNvPr>
          <p:cNvSpPr txBox="1"/>
          <p:nvPr/>
        </p:nvSpPr>
        <p:spPr>
          <a:xfrm>
            <a:off x="1577340" y="2061001"/>
            <a:ext cx="16906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15A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55%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F3A945-2A54-6B76-192B-076987880C67}"/>
              </a:ext>
            </a:extLst>
          </p:cNvPr>
          <p:cNvSpPr/>
          <p:nvPr/>
        </p:nvSpPr>
        <p:spPr>
          <a:xfrm>
            <a:off x="9169753" y="1817144"/>
            <a:ext cx="1516380" cy="731520"/>
          </a:xfrm>
          <a:prstGeom prst="rect">
            <a:avLst/>
          </a:prstGeom>
          <a:solidFill>
            <a:srgbClr val="F1F2F2"/>
          </a:solidFill>
          <a:ln>
            <a:solidFill>
              <a:srgbClr val="F1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AA444B-FFBF-AE6A-49CF-DC896447263F}"/>
              </a:ext>
            </a:extLst>
          </p:cNvPr>
          <p:cNvSpPr/>
          <p:nvPr/>
        </p:nvSpPr>
        <p:spPr>
          <a:xfrm>
            <a:off x="9169753" y="1753365"/>
            <a:ext cx="1516380" cy="731520"/>
          </a:xfrm>
          <a:prstGeom prst="rect">
            <a:avLst/>
          </a:prstGeom>
          <a:solidFill>
            <a:srgbClr val="F1F2F2"/>
          </a:solidFill>
          <a:ln>
            <a:solidFill>
              <a:srgbClr val="F1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DB4D0C-D940-F93A-8E7E-2C97F4E618FF}"/>
              </a:ext>
            </a:extLst>
          </p:cNvPr>
          <p:cNvSpPr txBox="1"/>
          <p:nvPr/>
        </p:nvSpPr>
        <p:spPr>
          <a:xfrm>
            <a:off x="9169753" y="1703626"/>
            <a:ext cx="16906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15A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55%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94C306-E6ED-6165-4EF2-FA5FF4605DA8}"/>
              </a:ext>
            </a:extLst>
          </p:cNvPr>
          <p:cNvSpPr/>
          <p:nvPr/>
        </p:nvSpPr>
        <p:spPr>
          <a:xfrm>
            <a:off x="1272540" y="3066623"/>
            <a:ext cx="1821180" cy="731520"/>
          </a:xfrm>
          <a:prstGeom prst="rect">
            <a:avLst/>
          </a:prstGeom>
          <a:solidFill>
            <a:srgbClr val="F1F2F2"/>
          </a:solidFill>
          <a:ln>
            <a:solidFill>
              <a:srgbClr val="F1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A51AE7-BB37-D1C7-371E-16393E0DB35C}"/>
              </a:ext>
            </a:extLst>
          </p:cNvPr>
          <p:cNvSpPr txBox="1"/>
          <p:nvPr/>
        </p:nvSpPr>
        <p:spPr>
          <a:xfrm>
            <a:off x="1272540" y="2978566"/>
            <a:ext cx="1821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asd</a:t>
            </a:r>
            <a:endParaRPr lang="en-US" sz="2400" b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78FD38-34F3-EECA-73B1-86831662FA21}"/>
              </a:ext>
            </a:extLst>
          </p:cNvPr>
          <p:cNvSpPr/>
          <p:nvPr/>
        </p:nvSpPr>
        <p:spPr>
          <a:xfrm>
            <a:off x="8996011" y="2769362"/>
            <a:ext cx="1821180" cy="731520"/>
          </a:xfrm>
          <a:prstGeom prst="rect">
            <a:avLst/>
          </a:prstGeom>
          <a:solidFill>
            <a:srgbClr val="F1F2F2"/>
          </a:solidFill>
          <a:ln>
            <a:solidFill>
              <a:srgbClr val="F1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7E091B-EF90-97F3-E13E-A83309F7E3D6}"/>
              </a:ext>
            </a:extLst>
          </p:cNvPr>
          <p:cNvSpPr txBox="1"/>
          <p:nvPr/>
        </p:nvSpPr>
        <p:spPr>
          <a:xfrm>
            <a:off x="8996011" y="2681305"/>
            <a:ext cx="1821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asd</a:t>
            </a:r>
            <a:endParaRPr lang="en-US" sz="2400" b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FD7C4A2-677C-0E6F-8D8C-8AE3995D80CF}"/>
              </a:ext>
            </a:extLst>
          </p:cNvPr>
          <p:cNvSpPr/>
          <p:nvPr/>
        </p:nvSpPr>
        <p:spPr>
          <a:xfrm>
            <a:off x="1507060" y="4677553"/>
            <a:ext cx="1516380" cy="731520"/>
          </a:xfrm>
          <a:prstGeom prst="rect">
            <a:avLst/>
          </a:prstGeom>
          <a:solidFill>
            <a:srgbClr val="F1F2F2"/>
          </a:solidFill>
          <a:ln>
            <a:solidFill>
              <a:srgbClr val="F1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9D2126-331C-4A14-54CC-1A247C5DC015}"/>
              </a:ext>
            </a:extLst>
          </p:cNvPr>
          <p:cNvSpPr txBox="1"/>
          <p:nvPr/>
        </p:nvSpPr>
        <p:spPr>
          <a:xfrm>
            <a:off x="1507060" y="4627814"/>
            <a:ext cx="16906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15A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55%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0AB52A5-D516-9072-C17F-1C3FF09ECD9A}"/>
              </a:ext>
            </a:extLst>
          </p:cNvPr>
          <p:cNvSpPr/>
          <p:nvPr/>
        </p:nvSpPr>
        <p:spPr>
          <a:xfrm>
            <a:off x="1202260" y="5633436"/>
            <a:ext cx="1821180" cy="731520"/>
          </a:xfrm>
          <a:prstGeom prst="rect">
            <a:avLst/>
          </a:prstGeom>
          <a:solidFill>
            <a:srgbClr val="F1F2F2"/>
          </a:solidFill>
          <a:ln>
            <a:solidFill>
              <a:srgbClr val="F1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8DE3B8-376F-E08E-994D-D84D580C6AF0}"/>
              </a:ext>
            </a:extLst>
          </p:cNvPr>
          <p:cNvSpPr txBox="1"/>
          <p:nvPr/>
        </p:nvSpPr>
        <p:spPr>
          <a:xfrm>
            <a:off x="1202260" y="5545379"/>
            <a:ext cx="1821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asd</a:t>
            </a:r>
            <a:endParaRPr lang="en-US" sz="2400" b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2702924-A204-8448-CC8A-E694F3054DE2}"/>
              </a:ext>
            </a:extLst>
          </p:cNvPr>
          <p:cNvSpPr/>
          <p:nvPr/>
        </p:nvSpPr>
        <p:spPr>
          <a:xfrm>
            <a:off x="9228776" y="1804687"/>
            <a:ext cx="1516380" cy="731520"/>
          </a:xfrm>
          <a:prstGeom prst="rect">
            <a:avLst/>
          </a:prstGeom>
          <a:solidFill>
            <a:srgbClr val="F1F2F2"/>
          </a:solidFill>
          <a:ln>
            <a:solidFill>
              <a:srgbClr val="F1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D5365D-5DB3-869F-0A99-6DC845B0D49F}"/>
              </a:ext>
            </a:extLst>
          </p:cNvPr>
          <p:cNvSpPr txBox="1"/>
          <p:nvPr/>
        </p:nvSpPr>
        <p:spPr>
          <a:xfrm>
            <a:off x="9228776" y="1754948"/>
            <a:ext cx="16906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15A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55%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2D8E38A-72EA-27CA-1671-706BC57761D0}"/>
              </a:ext>
            </a:extLst>
          </p:cNvPr>
          <p:cNvSpPr/>
          <p:nvPr/>
        </p:nvSpPr>
        <p:spPr>
          <a:xfrm>
            <a:off x="8923976" y="2760570"/>
            <a:ext cx="1821180" cy="731520"/>
          </a:xfrm>
          <a:prstGeom prst="rect">
            <a:avLst/>
          </a:prstGeom>
          <a:solidFill>
            <a:srgbClr val="F1F2F2"/>
          </a:solidFill>
          <a:ln>
            <a:solidFill>
              <a:srgbClr val="F1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9F7D5C-1E4C-0393-AF8D-FB5065CBCE7F}"/>
              </a:ext>
            </a:extLst>
          </p:cNvPr>
          <p:cNvSpPr txBox="1"/>
          <p:nvPr/>
        </p:nvSpPr>
        <p:spPr>
          <a:xfrm>
            <a:off x="8923976" y="2672513"/>
            <a:ext cx="1821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asd</a:t>
            </a:r>
            <a:endParaRPr lang="en-US" sz="2400" b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54B1D2-D1EE-017A-B474-E81ACC2954DB}"/>
              </a:ext>
            </a:extLst>
          </p:cNvPr>
          <p:cNvSpPr/>
          <p:nvPr/>
        </p:nvSpPr>
        <p:spPr>
          <a:xfrm>
            <a:off x="9300811" y="4188660"/>
            <a:ext cx="1516380" cy="731520"/>
          </a:xfrm>
          <a:prstGeom prst="rect">
            <a:avLst/>
          </a:prstGeom>
          <a:solidFill>
            <a:srgbClr val="F1F2F2"/>
          </a:solidFill>
          <a:ln>
            <a:solidFill>
              <a:srgbClr val="F1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6B715AB-E845-A391-6C5A-5F849F5B0403}"/>
              </a:ext>
            </a:extLst>
          </p:cNvPr>
          <p:cNvSpPr txBox="1"/>
          <p:nvPr/>
        </p:nvSpPr>
        <p:spPr>
          <a:xfrm>
            <a:off x="9300811" y="4138921"/>
            <a:ext cx="16906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15A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55%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2E4E92B-13D7-7959-EB3C-52E11572059B}"/>
              </a:ext>
            </a:extLst>
          </p:cNvPr>
          <p:cNvSpPr/>
          <p:nvPr/>
        </p:nvSpPr>
        <p:spPr>
          <a:xfrm>
            <a:off x="8996011" y="5144543"/>
            <a:ext cx="1821180" cy="731520"/>
          </a:xfrm>
          <a:prstGeom prst="rect">
            <a:avLst/>
          </a:prstGeom>
          <a:solidFill>
            <a:srgbClr val="F1F2F2"/>
          </a:solidFill>
          <a:ln>
            <a:solidFill>
              <a:srgbClr val="F1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013CE3-2EE4-D5DD-373E-3452AFBB18F0}"/>
              </a:ext>
            </a:extLst>
          </p:cNvPr>
          <p:cNvSpPr txBox="1"/>
          <p:nvPr/>
        </p:nvSpPr>
        <p:spPr>
          <a:xfrm>
            <a:off x="8996011" y="5056486"/>
            <a:ext cx="1821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asd</a:t>
            </a:r>
            <a:endParaRPr lang="en-US" sz="2400" b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Date Placeholder 3">
            <a:extLst>
              <a:ext uri="{FF2B5EF4-FFF2-40B4-BE49-F238E27FC236}">
                <a16:creationId xmlns:a16="http://schemas.microsoft.com/office/drawing/2014/main" id="{DC56FAE2-8C82-293A-D2A4-1FC43617419E}"/>
              </a:ext>
            </a:extLst>
          </p:cNvPr>
          <p:cNvSpPr txBox="1">
            <a:spLocks/>
          </p:cNvSpPr>
          <p:nvPr/>
        </p:nvSpPr>
        <p:spPr>
          <a:xfrm>
            <a:off x="990600" y="64289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EB68D2-7CD7-404A-8B36-E85C0674529F}" type="datetimeFigureOut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1502CB60-4B2A-A51D-7BFA-6BA188674067}"/>
              </a:ext>
            </a:extLst>
          </p:cNvPr>
          <p:cNvSpPr txBox="1">
            <a:spLocks/>
          </p:cNvSpPr>
          <p:nvPr/>
        </p:nvSpPr>
        <p:spPr>
          <a:xfrm>
            <a:off x="8763000" y="64289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CDE38A-599C-47B6-93B7-860B401EEEB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5" name="object 28">
            <a:extLst>
              <a:ext uri="{FF2B5EF4-FFF2-40B4-BE49-F238E27FC236}">
                <a16:creationId xmlns:a16="http://schemas.microsoft.com/office/drawing/2014/main" id="{93CB253E-3DFF-B5D4-1BD7-07099F33E878}"/>
              </a:ext>
            </a:extLst>
          </p:cNvPr>
          <p:cNvGrpSpPr/>
          <p:nvPr/>
        </p:nvGrpSpPr>
        <p:grpSpPr>
          <a:xfrm>
            <a:off x="0" y="6685483"/>
            <a:ext cx="12192000" cy="172519"/>
            <a:chOff x="0" y="7315631"/>
            <a:chExt cx="10685780" cy="244475"/>
          </a:xfrm>
        </p:grpSpPr>
        <p:sp>
          <p:nvSpPr>
            <p:cNvPr id="46" name="object 29">
              <a:extLst>
                <a:ext uri="{FF2B5EF4-FFF2-40B4-BE49-F238E27FC236}">
                  <a16:creationId xmlns:a16="http://schemas.microsoft.com/office/drawing/2014/main" id="{86AF79F1-4944-4985-25CC-620EDBA882A5}"/>
                </a:ext>
              </a:extLst>
            </p:cNvPr>
            <p:cNvSpPr/>
            <p:nvPr/>
          </p:nvSpPr>
          <p:spPr>
            <a:xfrm>
              <a:off x="0" y="7315631"/>
              <a:ext cx="5255895" cy="244475"/>
            </a:xfrm>
            <a:custGeom>
              <a:avLst/>
              <a:gdLst/>
              <a:ahLst/>
              <a:cxnLst/>
              <a:rect l="l" t="t" r="r" b="b"/>
              <a:pathLst>
                <a:path w="5255895" h="244475">
                  <a:moveTo>
                    <a:pt x="0" y="0"/>
                  </a:moveTo>
                  <a:lnTo>
                    <a:pt x="5255526" y="0"/>
                  </a:lnTo>
                  <a:lnTo>
                    <a:pt x="5255526" y="244373"/>
                  </a:lnTo>
                  <a:lnTo>
                    <a:pt x="0" y="2443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30">
              <a:extLst>
                <a:ext uri="{FF2B5EF4-FFF2-40B4-BE49-F238E27FC236}">
                  <a16:creationId xmlns:a16="http://schemas.microsoft.com/office/drawing/2014/main" id="{2656C564-EE41-9F13-CEB2-C7BE42B24506}"/>
                </a:ext>
              </a:extLst>
            </p:cNvPr>
            <p:cNvSpPr/>
            <p:nvPr/>
          </p:nvSpPr>
          <p:spPr>
            <a:xfrm>
              <a:off x="5255526" y="7315631"/>
              <a:ext cx="5430520" cy="244475"/>
            </a:xfrm>
            <a:custGeom>
              <a:avLst/>
              <a:gdLst/>
              <a:ahLst/>
              <a:cxnLst/>
              <a:rect l="l" t="t" r="r" b="b"/>
              <a:pathLst>
                <a:path w="5430520" h="244475">
                  <a:moveTo>
                    <a:pt x="5429897" y="0"/>
                  </a:moveTo>
                  <a:lnTo>
                    <a:pt x="0" y="0"/>
                  </a:lnTo>
                  <a:lnTo>
                    <a:pt x="0" y="244373"/>
                  </a:lnTo>
                  <a:lnTo>
                    <a:pt x="5429897" y="244373"/>
                  </a:lnTo>
                  <a:lnTo>
                    <a:pt x="5429897" y="0"/>
                  </a:lnTo>
                  <a:close/>
                </a:path>
              </a:pathLst>
            </a:custGeom>
            <a:solidFill>
              <a:srgbClr val="F15A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96080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804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object 2">
            <a:extLst>
              <a:ext uri="{FF2B5EF4-FFF2-40B4-BE49-F238E27FC236}">
                <a16:creationId xmlns:a16="http://schemas.microsoft.com/office/drawing/2014/main" id="{CECB383D-5C29-6F6A-3EFD-F8F3E7432F10}"/>
              </a:ext>
            </a:extLst>
          </p:cNvPr>
          <p:cNvSpPr/>
          <p:nvPr/>
        </p:nvSpPr>
        <p:spPr>
          <a:xfrm>
            <a:off x="1269" y="8892"/>
            <a:ext cx="12190731" cy="6849109"/>
          </a:xfrm>
          <a:custGeom>
            <a:avLst/>
            <a:gdLst/>
            <a:ahLst/>
            <a:cxnLst/>
            <a:rect l="l" t="t" r="r" b="b"/>
            <a:pathLst>
              <a:path w="10692130" h="7553959">
                <a:moveTo>
                  <a:pt x="10692003" y="0"/>
                </a:moveTo>
                <a:lnTo>
                  <a:pt x="0" y="0"/>
                </a:lnTo>
                <a:lnTo>
                  <a:pt x="0" y="7553959"/>
                </a:lnTo>
                <a:lnTo>
                  <a:pt x="10692003" y="7553959"/>
                </a:lnTo>
                <a:lnTo>
                  <a:pt x="10692003" y="0"/>
                </a:lnTo>
                <a:close/>
              </a:path>
            </a:pathLst>
          </a:custGeom>
          <a:solidFill>
            <a:srgbClr val="064E8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1" name="object 3">
            <a:extLst>
              <a:ext uri="{FF2B5EF4-FFF2-40B4-BE49-F238E27FC236}">
                <a16:creationId xmlns:a16="http://schemas.microsoft.com/office/drawing/2014/main" id="{76FD6BBE-5255-04F0-879F-A9A30D0FED81}"/>
              </a:ext>
            </a:extLst>
          </p:cNvPr>
          <p:cNvGrpSpPr/>
          <p:nvPr/>
        </p:nvGrpSpPr>
        <p:grpSpPr>
          <a:xfrm>
            <a:off x="4022361" y="2787799"/>
            <a:ext cx="4147278" cy="1282402"/>
            <a:chOff x="4726785" y="3243808"/>
            <a:chExt cx="2855227" cy="882880"/>
          </a:xfrm>
        </p:grpSpPr>
        <p:sp>
          <p:nvSpPr>
            <p:cNvPr id="52" name="object 40">
              <a:extLst>
                <a:ext uri="{FF2B5EF4-FFF2-40B4-BE49-F238E27FC236}">
                  <a16:creationId xmlns:a16="http://schemas.microsoft.com/office/drawing/2014/main" id="{EDC3BD2F-FC37-D9D2-ED58-905BDE4416A1}"/>
                </a:ext>
              </a:extLst>
            </p:cNvPr>
            <p:cNvSpPr/>
            <p:nvPr/>
          </p:nvSpPr>
          <p:spPr>
            <a:xfrm>
              <a:off x="4801982" y="3245856"/>
              <a:ext cx="2780030" cy="869950"/>
            </a:xfrm>
            <a:custGeom>
              <a:avLst/>
              <a:gdLst/>
              <a:ahLst/>
              <a:cxnLst/>
              <a:rect l="l" t="t" r="r" b="b"/>
              <a:pathLst>
                <a:path w="2780029" h="869950">
                  <a:moveTo>
                    <a:pt x="271157" y="258622"/>
                  </a:moveTo>
                  <a:lnTo>
                    <a:pt x="270078" y="258940"/>
                  </a:lnTo>
                  <a:lnTo>
                    <a:pt x="269887" y="259003"/>
                  </a:lnTo>
                  <a:lnTo>
                    <a:pt x="271157" y="258622"/>
                  </a:lnTo>
                  <a:close/>
                </a:path>
                <a:path w="2780029" h="869950">
                  <a:moveTo>
                    <a:pt x="273875" y="257873"/>
                  </a:moveTo>
                  <a:lnTo>
                    <a:pt x="272605" y="258178"/>
                  </a:lnTo>
                  <a:lnTo>
                    <a:pt x="271157" y="258622"/>
                  </a:lnTo>
                  <a:lnTo>
                    <a:pt x="273875" y="257873"/>
                  </a:lnTo>
                  <a:close/>
                </a:path>
                <a:path w="2780029" h="869950">
                  <a:moveTo>
                    <a:pt x="1115212" y="715238"/>
                  </a:moveTo>
                  <a:lnTo>
                    <a:pt x="837539" y="147269"/>
                  </a:lnTo>
                  <a:lnTo>
                    <a:pt x="812076" y="110159"/>
                  </a:lnTo>
                  <a:lnTo>
                    <a:pt x="779043" y="84683"/>
                  </a:lnTo>
                  <a:lnTo>
                    <a:pt x="739368" y="70446"/>
                  </a:lnTo>
                  <a:lnTo>
                    <a:pt x="693940" y="67017"/>
                  </a:lnTo>
                  <a:lnTo>
                    <a:pt x="650786" y="74066"/>
                  </a:lnTo>
                  <a:lnTo>
                    <a:pt x="614121" y="91287"/>
                  </a:lnTo>
                  <a:lnTo>
                    <a:pt x="584060" y="118300"/>
                  </a:lnTo>
                  <a:lnTo>
                    <a:pt x="560679" y="154686"/>
                  </a:lnTo>
                  <a:lnTo>
                    <a:pt x="466928" y="355981"/>
                  </a:lnTo>
                  <a:lnTo>
                    <a:pt x="465594" y="353695"/>
                  </a:lnTo>
                  <a:lnTo>
                    <a:pt x="438861" y="318541"/>
                  </a:lnTo>
                  <a:lnTo>
                    <a:pt x="397814" y="283006"/>
                  </a:lnTo>
                  <a:lnTo>
                    <a:pt x="363181" y="264452"/>
                  </a:lnTo>
                  <a:lnTo>
                    <a:pt x="331711" y="255727"/>
                  </a:lnTo>
                  <a:lnTo>
                    <a:pt x="345960" y="258826"/>
                  </a:lnTo>
                  <a:lnTo>
                    <a:pt x="331711" y="255663"/>
                  </a:lnTo>
                  <a:lnTo>
                    <a:pt x="317258" y="253923"/>
                  </a:lnTo>
                  <a:lnTo>
                    <a:pt x="302768" y="253657"/>
                  </a:lnTo>
                  <a:lnTo>
                    <a:pt x="301612" y="253809"/>
                  </a:lnTo>
                  <a:lnTo>
                    <a:pt x="302768" y="253707"/>
                  </a:lnTo>
                  <a:lnTo>
                    <a:pt x="291198" y="254711"/>
                  </a:lnTo>
                  <a:lnTo>
                    <a:pt x="288378" y="254952"/>
                  </a:lnTo>
                  <a:lnTo>
                    <a:pt x="277672" y="256921"/>
                  </a:lnTo>
                  <a:lnTo>
                    <a:pt x="265277" y="260489"/>
                  </a:lnTo>
                  <a:lnTo>
                    <a:pt x="269824" y="259067"/>
                  </a:lnTo>
                  <a:lnTo>
                    <a:pt x="265137" y="260464"/>
                  </a:lnTo>
                  <a:lnTo>
                    <a:pt x="260921" y="262115"/>
                  </a:lnTo>
                  <a:lnTo>
                    <a:pt x="260578" y="262242"/>
                  </a:lnTo>
                  <a:lnTo>
                    <a:pt x="250253" y="266992"/>
                  </a:lnTo>
                  <a:lnTo>
                    <a:pt x="248894" y="267843"/>
                  </a:lnTo>
                  <a:lnTo>
                    <a:pt x="229628" y="279730"/>
                  </a:lnTo>
                  <a:lnTo>
                    <a:pt x="194462" y="313817"/>
                  </a:lnTo>
                  <a:lnTo>
                    <a:pt x="165176" y="356577"/>
                  </a:lnTo>
                  <a:lnTo>
                    <a:pt x="140233" y="405371"/>
                  </a:lnTo>
                  <a:lnTo>
                    <a:pt x="0" y="715251"/>
                  </a:lnTo>
                  <a:lnTo>
                    <a:pt x="635" y="715251"/>
                  </a:lnTo>
                  <a:lnTo>
                    <a:pt x="362153" y="715238"/>
                  </a:lnTo>
                  <a:lnTo>
                    <a:pt x="363245" y="715251"/>
                  </a:lnTo>
                  <a:lnTo>
                    <a:pt x="331203" y="647407"/>
                  </a:lnTo>
                  <a:lnTo>
                    <a:pt x="244487" y="464096"/>
                  </a:lnTo>
                  <a:lnTo>
                    <a:pt x="237388" y="448437"/>
                  </a:lnTo>
                  <a:lnTo>
                    <a:pt x="231470" y="432295"/>
                  </a:lnTo>
                  <a:lnTo>
                    <a:pt x="228053" y="415785"/>
                  </a:lnTo>
                  <a:lnTo>
                    <a:pt x="228396" y="399046"/>
                  </a:lnTo>
                  <a:lnTo>
                    <a:pt x="229539" y="391706"/>
                  </a:lnTo>
                  <a:lnTo>
                    <a:pt x="232143" y="384797"/>
                  </a:lnTo>
                  <a:lnTo>
                    <a:pt x="235623" y="378282"/>
                  </a:lnTo>
                  <a:lnTo>
                    <a:pt x="231825" y="385051"/>
                  </a:lnTo>
                  <a:lnTo>
                    <a:pt x="229095" y="392341"/>
                  </a:lnTo>
                  <a:lnTo>
                    <a:pt x="227825" y="400062"/>
                  </a:lnTo>
                  <a:lnTo>
                    <a:pt x="229082" y="392328"/>
                  </a:lnTo>
                  <a:lnTo>
                    <a:pt x="231813" y="385051"/>
                  </a:lnTo>
                  <a:lnTo>
                    <a:pt x="237515" y="374853"/>
                  </a:lnTo>
                  <a:lnTo>
                    <a:pt x="241706" y="368782"/>
                  </a:lnTo>
                  <a:lnTo>
                    <a:pt x="238671" y="373214"/>
                  </a:lnTo>
                  <a:lnTo>
                    <a:pt x="243217" y="366725"/>
                  </a:lnTo>
                  <a:lnTo>
                    <a:pt x="294233" y="327050"/>
                  </a:lnTo>
                  <a:lnTo>
                    <a:pt x="330301" y="322033"/>
                  </a:lnTo>
                  <a:lnTo>
                    <a:pt x="364096" y="333311"/>
                  </a:lnTo>
                  <a:lnTo>
                    <a:pt x="391464" y="359346"/>
                  </a:lnTo>
                  <a:lnTo>
                    <a:pt x="392188" y="360032"/>
                  </a:lnTo>
                  <a:lnTo>
                    <a:pt x="393395" y="361746"/>
                  </a:lnTo>
                  <a:lnTo>
                    <a:pt x="398272" y="369862"/>
                  </a:lnTo>
                  <a:lnTo>
                    <a:pt x="399605" y="372135"/>
                  </a:lnTo>
                  <a:lnTo>
                    <a:pt x="429945" y="435279"/>
                  </a:lnTo>
                  <a:lnTo>
                    <a:pt x="430009" y="435152"/>
                  </a:lnTo>
                  <a:lnTo>
                    <a:pt x="399986" y="372706"/>
                  </a:lnTo>
                  <a:lnTo>
                    <a:pt x="399859" y="372503"/>
                  </a:lnTo>
                  <a:lnTo>
                    <a:pt x="399986" y="372694"/>
                  </a:lnTo>
                  <a:lnTo>
                    <a:pt x="520382" y="622084"/>
                  </a:lnTo>
                  <a:lnTo>
                    <a:pt x="566242" y="715238"/>
                  </a:lnTo>
                  <a:lnTo>
                    <a:pt x="846340" y="715238"/>
                  </a:lnTo>
                  <a:lnTo>
                    <a:pt x="832256" y="685419"/>
                  </a:lnTo>
                  <a:lnTo>
                    <a:pt x="669912" y="351853"/>
                  </a:lnTo>
                  <a:lnTo>
                    <a:pt x="628319" y="264388"/>
                  </a:lnTo>
                  <a:lnTo>
                    <a:pt x="616508" y="214452"/>
                  </a:lnTo>
                  <a:lnTo>
                    <a:pt x="626973" y="171183"/>
                  </a:lnTo>
                  <a:lnTo>
                    <a:pt x="656158" y="140373"/>
                  </a:lnTo>
                  <a:lnTo>
                    <a:pt x="700532" y="127762"/>
                  </a:lnTo>
                  <a:lnTo>
                    <a:pt x="734771" y="132715"/>
                  </a:lnTo>
                  <a:lnTo>
                    <a:pt x="781240" y="172110"/>
                  </a:lnTo>
                  <a:lnTo>
                    <a:pt x="979436" y="574890"/>
                  </a:lnTo>
                  <a:lnTo>
                    <a:pt x="1046937" y="715238"/>
                  </a:lnTo>
                  <a:lnTo>
                    <a:pt x="1115212" y="715238"/>
                  </a:lnTo>
                  <a:close/>
                </a:path>
                <a:path w="2780029" h="869950">
                  <a:moveTo>
                    <a:pt x="1552676" y="868870"/>
                  </a:moveTo>
                  <a:lnTo>
                    <a:pt x="1526146" y="785876"/>
                  </a:lnTo>
                  <a:lnTo>
                    <a:pt x="1514132" y="748258"/>
                  </a:lnTo>
                  <a:lnTo>
                    <a:pt x="1469237" y="607809"/>
                  </a:lnTo>
                  <a:lnTo>
                    <a:pt x="1469237" y="748258"/>
                  </a:lnTo>
                  <a:lnTo>
                    <a:pt x="1377149" y="748258"/>
                  </a:lnTo>
                  <a:lnTo>
                    <a:pt x="1403527" y="662660"/>
                  </a:lnTo>
                  <a:lnTo>
                    <a:pt x="1408125" y="646722"/>
                  </a:lnTo>
                  <a:lnTo>
                    <a:pt x="1413776" y="627253"/>
                  </a:lnTo>
                  <a:lnTo>
                    <a:pt x="1418958" y="608850"/>
                  </a:lnTo>
                  <a:lnTo>
                    <a:pt x="1422120" y="596087"/>
                  </a:lnTo>
                  <a:lnTo>
                    <a:pt x="1423835" y="596087"/>
                  </a:lnTo>
                  <a:lnTo>
                    <a:pt x="1427238" y="608990"/>
                  </a:lnTo>
                  <a:lnTo>
                    <a:pt x="1432598" y="627418"/>
                  </a:lnTo>
                  <a:lnTo>
                    <a:pt x="1438427" y="647141"/>
                  </a:lnTo>
                  <a:lnTo>
                    <a:pt x="1443291" y="663956"/>
                  </a:lnTo>
                  <a:lnTo>
                    <a:pt x="1469237" y="748258"/>
                  </a:lnTo>
                  <a:lnTo>
                    <a:pt x="1469237" y="607809"/>
                  </a:lnTo>
                  <a:lnTo>
                    <a:pt x="1465491" y="596087"/>
                  </a:lnTo>
                  <a:lnTo>
                    <a:pt x="1455826" y="565823"/>
                  </a:lnTo>
                  <a:lnTo>
                    <a:pt x="1390980" y="565823"/>
                  </a:lnTo>
                  <a:lnTo>
                    <a:pt x="1295019" y="868870"/>
                  </a:lnTo>
                  <a:lnTo>
                    <a:pt x="1339545" y="868870"/>
                  </a:lnTo>
                  <a:lnTo>
                    <a:pt x="1365478" y="785876"/>
                  </a:lnTo>
                  <a:lnTo>
                    <a:pt x="1480908" y="785876"/>
                  </a:lnTo>
                  <a:lnTo>
                    <a:pt x="1506423" y="868870"/>
                  </a:lnTo>
                  <a:lnTo>
                    <a:pt x="1552676" y="868870"/>
                  </a:lnTo>
                  <a:close/>
                </a:path>
                <a:path w="2780029" h="869950">
                  <a:moveTo>
                    <a:pt x="1763979" y="831240"/>
                  </a:moveTo>
                  <a:lnTo>
                    <a:pt x="1639036" y="831240"/>
                  </a:lnTo>
                  <a:lnTo>
                    <a:pt x="1639036" y="565810"/>
                  </a:lnTo>
                  <a:lnTo>
                    <a:pt x="1595805" y="565810"/>
                  </a:lnTo>
                  <a:lnTo>
                    <a:pt x="1595805" y="831240"/>
                  </a:lnTo>
                  <a:lnTo>
                    <a:pt x="1595805" y="869340"/>
                  </a:lnTo>
                  <a:lnTo>
                    <a:pt x="1763979" y="869340"/>
                  </a:lnTo>
                  <a:lnTo>
                    <a:pt x="1763979" y="831240"/>
                  </a:lnTo>
                  <a:close/>
                </a:path>
                <a:path w="2780029" h="869950">
                  <a:moveTo>
                    <a:pt x="1874621" y="52019"/>
                  </a:moveTo>
                  <a:lnTo>
                    <a:pt x="1873758" y="42951"/>
                  </a:lnTo>
                  <a:lnTo>
                    <a:pt x="1871853" y="36791"/>
                  </a:lnTo>
                  <a:lnTo>
                    <a:pt x="1871167" y="34531"/>
                  </a:lnTo>
                  <a:lnTo>
                    <a:pt x="1838401" y="8267"/>
                  </a:lnTo>
                  <a:lnTo>
                    <a:pt x="1829765" y="7467"/>
                  </a:lnTo>
                  <a:lnTo>
                    <a:pt x="1820849" y="8280"/>
                  </a:lnTo>
                  <a:lnTo>
                    <a:pt x="1787994" y="34582"/>
                  </a:lnTo>
                  <a:lnTo>
                    <a:pt x="1784591" y="52019"/>
                  </a:lnTo>
                  <a:lnTo>
                    <a:pt x="1785467" y="61074"/>
                  </a:lnTo>
                  <a:lnTo>
                    <a:pt x="1812480" y="93370"/>
                  </a:lnTo>
                  <a:lnTo>
                    <a:pt x="1829765" y="96558"/>
                  </a:lnTo>
                  <a:lnTo>
                    <a:pt x="1838401" y="95745"/>
                  </a:lnTo>
                  <a:lnTo>
                    <a:pt x="1871179" y="69443"/>
                  </a:lnTo>
                  <a:lnTo>
                    <a:pt x="1873758" y="61074"/>
                  </a:lnTo>
                  <a:lnTo>
                    <a:pt x="1874621" y="52019"/>
                  </a:lnTo>
                  <a:close/>
                </a:path>
                <a:path w="2780029" h="869950">
                  <a:moveTo>
                    <a:pt x="1981796" y="830770"/>
                  </a:moveTo>
                  <a:lnTo>
                    <a:pt x="1853387" y="830770"/>
                  </a:lnTo>
                  <a:lnTo>
                    <a:pt x="1853387" y="734250"/>
                  </a:lnTo>
                  <a:lnTo>
                    <a:pt x="1960613" y="734250"/>
                  </a:lnTo>
                  <a:lnTo>
                    <a:pt x="1960613" y="696150"/>
                  </a:lnTo>
                  <a:lnTo>
                    <a:pt x="1853387" y="696150"/>
                  </a:lnTo>
                  <a:lnTo>
                    <a:pt x="1853387" y="603440"/>
                  </a:lnTo>
                  <a:lnTo>
                    <a:pt x="1976170" y="603440"/>
                  </a:lnTo>
                  <a:lnTo>
                    <a:pt x="1976170" y="565340"/>
                  </a:lnTo>
                  <a:lnTo>
                    <a:pt x="1810156" y="565340"/>
                  </a:lnTo>
                  <a:lnTo>
                    <a:pt x="1810156" y="603440"/>
                  </a:lnTo>
                  <a:lnTo>
                    <a:pt x="1810156" y="696150"/>
                  </a:lnTo>
                  <a:lnTo>
                    <a:pt x="1810156" y="734250"/>
                  </a:lnTo>
                  <a:lnTo>
                    <a:pt x="1810156" y="830770"/>
                  </a:lnTo>
                  <a:lnTo>
                    <a:pt x="1810156" y="868870"/>
                  </a:lnTo>
                  <a:lnTo>
                    <a:pt x="1981796" y="868870"/>
                  </a:lnTo>
                  <a:lnTo>
                    <a:pt x="1981796" y="830770"/>
                  </a:lnTo>
                  <a:close/>
                </a:path>
                <a:path w="2780029" h="869950">
                  <a:moveTo>
                    <a:pt x="2338374" y="565810"/>
                  </a:moveTo>
                  <a:lnTo>
                    <a:pt x="2270506" y="565810"/>
                  </a:lnTo>
                  <a:lnTo>
                    <a:pt x="2192248" y="766406"/>
                  </a:lnTo>
                  <a:lnTo>
                    <a:pt x="2190102" y="766406"/>
                  </a:lnTo>
                  <a:lnTo>
                    <a:pt x="2111845" y="565810"/>
                  </a:lnTo>
                  <a:lnTo>
                    <a:pt x="2042668" y="565810"/>
                  </a:lnTo>
                  <a:lnTo>
                    <a:pt x="2042668" y="868857"/>
                  </a:lnTo>
                  <a:lnTo>
                    <a:pt x="2083739" y="868857"/>
                  </a:lnTo>
                  <a:lnTo>
                    <a:pt x="2083739" y="617258"/>
                  </a:lnTo>
                  <a:lnTo>
                    <a:pt x="2086330" y="617258"/>
                  </a:lnTo>
                  <a:lnTo>
                    <a:pt x="2168906" y="827366"/>
                  </a:lnTo>
                  <a:lnTo>
                    <a:pt x="2210841" y="827366"/>
                  </a:lnTo>
                  <a:lnTo>
                    <a:pt x="2228672" y="782751"/>
                  </a:lnTo>
                  <a:lnTo>
                    <a:pt x="2276017" y="661885"/>
                  </a:lnTo>
                  <a:lnTo>
                    <a:pt x="2293848" y="617258"/>
                  </a:lnTo>
                  <a:lnTo>
                    <a:pt x="2296020" y="617258"/>
                  </a:lnTo>
                  <a:lnTo>
                    <a:pt x="2296020" y="868857"/>
                  </a:lnTo>
                  <a:lnTo>
                    <a:pt x="2338374" y="868857"/>
                  </a:lnTo>
                  <a:lnTo>
                    <a:pt x="2338374" y="565810"/>
                  </a:lnTo>
                  <a:close/>
                </a:path>
                <a:path w="2780029" h="869950">
                  <a:moveTo>
                    <a:pt x="2644343" y="565823"/>
                  </a:moveTo>
                  <a:lnTo>
                    <a:pt x="2603296" y="565823"/>
                  </a:lnTo>
                  <a:lnTo>
                    <a:pt x="2603296" y="720585"/>
                  </a:lnTo>
                  <a:lnTo>
                    <a:pt x="2603843" y="791718"/>
                  </a:lnTo>
                  <a:lnTo>
                    <a:pt x="2604592" y="811809"/>
                  </a:lnTo>
                  <a:lnTo>
                    <a:pt x="2602001" y="811809"/>
                  </a:lnTo>
                  <a:lnTo>
                    <a:pt x="2595092" y="796404"/>
                  </a:lnTo>
                  <a:lnTo>
                    <a:pt x="2584056" y="774192"/>
                  </a:lnTo>
                  <a:lnTo>
                    <a:pt x="2564815" y="736587"/>
                  </a:lnTo>
                  <a:lnTo>
                    <a:pt x="2474468" y="565823"/>
                  </a:lnTo>
                  <a:lnTo>
                    <a:pt x="2416949" y="565823"/>
                  </a:lnTo>
                  <a:lnTo>
                    <a:pt x="2416949" y="868870"/>
                  </a:lnTo>
                  <a:lnTo>
                    <a:pt x="2458885" y="868870"/>
                  </a:lnTo>
                  <a:lnTo>
                    <a:pt x="2458885" y="706742"/>
                  </a:lnTo>
                  <a:lnTo>
                    <a:pt x="2458288" y="659307"/>
                  </a:lnTo>
                  <a:lnTo>
                    <a:pt x="2457615" y="635139"/>
                  </a:lnTo>
                  <a:lnTo>
                    <a:pt x="2456738" y="618998"/>
                  </a:lnTo>
                  <a:lnTo>
                    <a:pt x="2459329" y="618998"/>
                  </a:lnTo>
                  <a:lnTo>
                    <a:pt x="2466454" y="635190"/>
                  </a:lnTo>
                  <a:lnTo>
                    <a:pt x="2477147" y="657466"/>
                  </a:lnTo>
                  <a:lnTo>
                    <a:pt x="2495639" y="694651"/>
                  </a:lnTo>
                  <a:lnTo>
                    <a:pt x="2588158" y="868870"/>
                  </a:lnTo>
                  <a:lnTo>
                    <a:pt x="2644343" y="868870"/>
                  </a:lnTo>
                  <a:lnTo>
                    <a:pt x="2644343" y="565823"/>
                  </a:lnTo>
                  <a:close/>
                </a:path>
                <a:path w="2780029" h="869950">
                  <a:moveTo>
                    <a:pt x="2770492" y="565810"/>
                  </a:moveTo>
                  <a:lnTo>
                    <a:pt x="2726842" y="565810"/>
                  </a:lnTo>
                  <a:lnTo>
                    <a:pt x="2726842" y="868857"/>
                  </a:lnTo>
                  <a:lnTo>
                    <a:pt x="2770492" y="868857"/>
                  </a:lnTo>
                  <a:lnTo>
                    <a:pt x="2770492" y="565810"/>
                  </a:lnTo>
                  <a:close/>
                </a:path>
                <a:path w="2780029" h="869950">
                  <a:moveTo>
                    <a:pt x="2779572" y="263080"/>
                  </a:moveTo>
                  <a:lnTo>
                    <a:pt x="2778379" y="250278"/>
                  </a:lnTo>
                  <a:lnTo>
                    <a:pt x="2776829" y="233540"/>
                  </a:lnTo>
                  <a:lnTo>
                    <a:pt x="2768638" y="206095"/>
                  </a:lnTo>
                  <a:lnTo>
                    <a:pt x="2736050" y="158076"/>
                  </a:lnTo>
                  <a:lnTo>
                    <a:pt x="2688018" y="125488"/>
                  </a:lnTo>
                  <a:lnTo>
                    <a:pt x="2631046" y="114554"/>
                  </a:lnTo>
                  <a:lnTo>
                    <a:pt x="2601493" y="117297"/>
                  </a:lnTo>
                  <a:lnTo>
                    <a:pt x="2549029" y="139115"/>
                  </a:lnTo>
                  <a:lnTo>
                    <a:pt x="2507475" y="180962"/>
                  </a:lnTo>
                  <a:lnTo>
                    <a:pt x="2485860" y="233540"/>
                  </a:lnTo>
                  <a:lnTo>
                    <a:pt x="2483154" y="263080"/>
                  </a:lnTo>
                  <a:lnTo>
                    <a:pt x="2484602" y="284848"/>
                  </a:lnTo>
                  <a:lnTo>
                    <a:pt x="2488958" y="305498"/>
                  </a:lnTo>
                  <a:lnTo>
                    <a:pt x="2496248" y="325005"/>
                  </a:lnTo>
                  <a:lnTo>
                    <a:pt x="2506472" y="343357"/>
                  </a:lnTo>
                  <a:lnTo>
                    <a:pt x="2455189" y="343357"/>
                  </a:lnTo>
                  <a:lnTo>
                    <a:pt x="2455189" y="342900"/>
                  </a:lnTo>
                  <a:lnTo>
                    <a:pt x="2416911" y="342900"/>
                  </a:lnTo>
                  <a:lnTo>
                    <a:pt x="2416911" y="29210"/>
                  </a:lnTo>
                  <a:lnTo>
                    <a:pt x="2416911" y="0"/>
                  </a:lnTo>
                  <a:lnTo>
                    <a:pt x="2348674" y="0"/>
                  </a:lnTo>
                  <a:lnTo>
                    <a:pt x="2348674" y="29210"/>
                  </a:lnTo>
                  <a:lnTo>
                    <a:pt x="2348674" y="342900"/>
                  </a:lnTo>
                  <a:lnTo>
                    <a:pt x="2220722" y="342900"/>
                  </a:lnTo>
                  <a:lnTo>
                    <a:pt x="2220722" y="343344"/>
                  </a:lnTo>
                  <a:lnTo>
                    <a:pt x="2219744" y="343344"/>
                  </a:lnTo>
                  <a:lnTo>
                    <a:pt x="2224544" y="329831"/>
                  </a:lnTo>
                  <a:lnTo>
                    <a:pt x="2227986" y="315772"/>
                  </a:lnTo>
                  <a:lnTo>
                    <a:pt x="2230056" y="301193"/>
                  </a:lnTo>
                  <a:lnTo>
                    <a:pt x="2230742" y="286105"/>
                  </a:lnTo>
                  <a:lnTo>
                    <a:pt x="2228011" y="256374"/>
                  </a:lnTo>
                  <a:lnTo>
                    <a:pt x="2206371" y="203733"/>
                  </a:lnTo>
                  <a:lnTo>
                    <a:pt x="2170684" y="166903"/>
                  </a:lnTo>
                  <a:lnTo>
                    <a:pt x="2161273" y="160121"/>
                  </a:lnTo>
                  <a:lnTo>
                    <a:pt x="2161273" y="286715"/>
                  </a:lnTo>
                  <a:lnTo>
                    <a:pt x="2159889" y="302285"/>
                  </a:lnTo>
                  <a:lnTo>
                    <a:pt x="2138794" y="341426"/>
                  </a:lnTo>
                  <a:lnTo>
                    <a:pt x="2101303" y="362623"/>
                  </a:lnTo>
                  <a:lnTo>
                    <a:pt x="2086622" y="364502"/>
                  </a:lnTo>
                  <a:lnTo>
                    <a:pt x="2073211" y="363931"/>
                  </a:lnTo>
                  <a:lnTo>
                    <a:pt x="2028037" y="341312"/>
                  </a:lnTo>
                  <a:lnTo>
                    <a:pt x="2006485" y="302285"/>
                  </a:lnTo>
                  <a:lnTo>
                    <a:pt x="2005050" y="286715"/>
                  </a:lnTo>
                  <a:lnTo>
                    <a:pt x="2006460" y="270865"/>
                  </a:lnTo>
                  <a:lnTo>
                    <a:pt x="2027847" y="231101"/>
                  </a:lnTo>
                  <a:lnTo>
                    <a:pt x="2067610" y="209715"/>
                  </a:lnTo>
                  <a:lnTo>
                    <a:pt x="2083473" y="208305"/>
                  </a:lnTo>
                  <a:lnTo>
                    <a:pt x="2099056" y="209715"/>
                  </a:lnTo>
                  <a:lnTo>
                    <a:pt x="2138476" y="231101"/>
                  </a:lnTo>
                  <a:lnTo>
                    <a:pt x="2159863" y="270865"/>
                  </a:lnTo>
                  <a:lnTo>
                    <a:pt x="2161273" y="286715"/>
                  </a:lnTo>
                  <a:lnTo>
                    <a:pt x="2161273" y="160121"/>
                  </a:lnTo>
                  <a:lnTo>
                    <a:pt x="2139721" y="148475"/>
                  </a:lnTo>
                  <a:lnTo>
                    <a:pt x="2112365" y="140309"/>
                  </a:lnTo>
                  <a:lnTo>
                    <a:pt x="2082850" y="137579"/>
                  </a:lnTo>
                  <a:lnTo>
                    <a:pt x="2053297" y="140309"/>
                  </a:lnTo>
                  <a:lnTo>
                    <a:pt x="2000694" y="162039"/>
                  </a:lnTo>
                  <a:lnTo>
                    <a:pt x="1958860" y="203771"/>
                  </a:lnTo>
                  <a:lnTo>
                    <a:pt x="1937067" y="256438"/>
                  </a:lnTo>
                  <a:lnTo>
                    <a:pt x="1934324" y="286105"/>
                  </a:lnTo>
                  <a:lnTo>
                    <a:pt x="1935022" y="301193"/>
                  </a:lnTo>
                  <a:lnTo>
                    <a:pt x="1937118" y="315772"/>
                  </a:lnTo>
                  <a:lnTo>
                    <a:pt x="1940610" y="329831"/>
                  </a:lnTo>
                  <a:lnTo>
                    <a:pt x="1945474" y="343344"/>
                  </a:lnTo>
                  <a:lnTo>
                    <a:pt x="1868093" y="343344"/>
                  </a:lnTo>
                  <a:lnTo>
                    <a:pt x="1868093" y="144500"/>
                  </a:lnTo>
                  <a:lnTo>
                    <a:pt x="1868093" y="115176"/>
                  </a:lnTo>
                  <a:lnTo>
                    <a:pt x="1799856" y="115176"/>
                  </a:lnTo>
                  <a:lnTo>
                    <a:pt x="1799856" y="343357"/>
                  </a:lnTo>
                  <a:lnTo>
                    <a:pt x="1713992" y="343357"/>
                  </a:lnTo>
                  <a:lnTo>
                    <a:pt x="1683181" y="343357"/>
                  </a:lnTo>
                  <a:lnTo>
                    <a:pt x="1683181" y="176872"/>
                  </a:lnTo>
                  <a:lnTo>
                    <a:pt x="1683181" y="147548"/>
                  </a:lnTo>
                  <a:lnTo>
                    <a:pt x="1424432" y="147548"/>
                  </a:lnTo>
                  <a:lnTo>
                    <a:pt x="1424432" y="215214"/>
                  </a:lnTo>
                  <a:lnTo>
                    <a:pt x="1438605" y="215785"/>
                  </a:lnTo>
                  <a:lnTo>
                    <a:pt x="1451470" y="217576"/>
                  </a:lnTo>
                  <a:lnTo>
                    <a:pt x="1486941" y="238887"/>
                  </a:lnTo>
                  <a:lnTo>
                    <a:pt x="1508036" y="278015"/>
                  </a:lnTo>
                  <a:lnTo>
                    <a:pt x="1509420" y="293573"/>
                  </a:lnTo>
                  <a:lnTo>
                    <a:pt x="1507998" y="309410"/>
                  </a:lnTo>
                  <a:lnTo>
                    <a:pt x="1486496" y="349173"/>
                  </a:lnTo>
                  <a:lnTo>
                    <a:pt x="1447076" y="370586"/>
                  </a:lnTo>
                  <a:lnTo>
                    <a:pt x="1438300" y="371398"/>
                  </a:lnTo>
                  <a:lnTo>
                    <a:pt x="1438300" y="444423"/>
                  </a:lnTo>
                  <a:lnTo>
                    <a:pt x="1433499" y="450926"/>
                  </a:lnTo>
                  <a:lnTo>
                    <a:pt x="1430642" y="458482"/>
                  </a:lnTo>
                  <a:lnTo>
                    <a:pt x="1429905" y="466750"/>
                  </a:lnTo>
                  <a:lnTo>
                    <a:pt x="1429181" y="458431"/>
                  </a:lnTo>
                  <a:lnTo>
                    <a:pt x="1428064" y="455485"/>
                  </a:lnTo>
                  <a:lnTo>
                    <a:pt x="1426298" y="450837"/>
                  </a:lnTo>
                  <a:lnTo>
                    <a:pt x="1421422" y="444322"/>
                  </a:lnTo>
                  <a:lnTo>
                    <a:pt x="1426984" y="444639"/>
                  </a:lnTo>
                  <a:lnTo>
                    <a:pt x="1432699" y="444665"/>
                  </a:lnTo>
                  <a:lnTo>
                    <a:pt x="1438300" y="444423"/>
                  </a:lnTo>
                  <a:lnTo>
                    <a:pt x="1438300" y="371398"/>
                  </a:lnTo>
                  <a:lnTo>
                    <a:pt x="1431620" y="371995"/>
                  </a:lnTo>
                  <a:lnTo>
                    <a:pt x="1415770" y="370611"/>
                  </a:lnTo>
                  <a:lnTo>
                    <a:pt x="1376311" y="349504"/>
                  </a:lnTo>
                  <a:lnTo>
                    <a:pt x="1354632" y="309816"/>
                  </a:lnTo>
                  <a:lnTo>
                    <a:pt x="1353210" y="294208"/>
                  </a:lnTo>
                  <a:lnTo>
                    <a:pt x="1353210" y="279539"/>
                  </a:lnTo>
                  <a:lnTo>
                    <a:pt x="1282166" y="279539"/>
                  </a:lnTo>
                  <a:lnTo>
                    <a:pt x="1282166" y="296062"/>
                  </a:lnTo>
                  <a:lnTo>
                    <a:pt x="1284897" y="325742"/>
                  </a:lnTo>
                  <a:lnTo>
                    <a:pt x="1306715" y="378434"/>
                  </a:lnTo>
                  <a:lnTo>
                    <a:pt x="1335176" y="409968"/>
                  </a:lnTo>
                  <a:lnTo>
                    <a:pt x="1366227" y="430314"/>
                  </a:lnTo>
                  <a:lnTo>
                    <a:pt x="1361630" y="432435"/>
                  </a:lnTo>
                  <a:lnTo>
                    <a:pt x="1340383" y="471017"/>
                  </a:lnTo>
                  <a:lnTo>
                    <a:pt x="1341234" y="480047"/>
                  </a:lnTo>
                  <a:lnTo>
                    <a:pt x="1368272" y="512330"/>
                  </a:lnTo>
                  <a:lnTo>
                    <a:pt x="1385544" y="515556"/>
                  </a:lnTo>
                  <a:lnTo>
                    <a:pt x="1394206" y="514743"/>
                  </a:lnTo>
                  <a:lnTo>
                    <a:pt x="1425867" y="490296"/>
                  </a:lnTo>
                  <a:lnTo>
                    <a:pt x="1427353" y="486244"/>
                  </a:lnTo>
                  <a:lnTo>
                    <a:pt x="1428534" y="483057"/>
                  </a:lnTo>
                  <a:lnTo>
                    <a:pt x="1429905" y="475284"/>
                  </a:lnTo>
                  <a:lnTo>
                    <a:pt x="1431277" y="483057"/>
                  </a:lnTo>
                  <a:lnTo>
                    <a:pt x="1433944" y="490296"/>
                  </a:lnTo>
                  <a:lnTo>
                    <a:pt x="1465961" y="514743"/>
                  </a:lnTo>
                  <a:lnTo>
                    <a:pt x="1474889" y="515556"/>
                  </a:lnTo>
                  <a:lnTo>
                    <a:pt x="1483537" y="514743"/>
                  </a:lnTo>
                  <a:lnTo>
                    <a:pt x="1516037" y="488442"/>
                  </a:lnTo>
                  <a:lnTo>
                    <a:pt x="1516697" y="486244"/>
                  </a:lnTo>
                  <a:lnTo>
                    <a:pt x="1518577" y="480047"/>
                  </a:lnTo>
                  <a:lnTo>
                    <a:pt x="1519440" y="471017"/>
                  </a:lnTo>
                  <a:lnTo>
                    <a:pt x="1518577" y="462000"/>
                  </a:lnTo>
                  <a:lnTo>
                    <a:pt x="1516621" y="455485"/>
                  </a:lnTo>
                  <a:lnTo>
                    <a:pt x="1516049" y="453605"/>
                  </a:lnTo>
                  <a:lnTo>
                    <a:pt x="1511896" y="445922"/>
                  </a:lnTo>
                  <a:lnTo>
                    <a:pt x="1510652" y="444423"/>
                  </a:lnTo>
                  <a:lnTo>
                    <a:pt x="1506181" y="439064"/>
                  </a:lnTo>
                  <a:lnTo>
                    <a:pt x="1502664" y="435610"/>
                  </a:lnTo>
                  <a:lnTo>
                    <a:pt x="1498752" y="432816"/>
                  </a:lnTo>
                  <a:lnTo>
                    <a:pt x="1494561" y="430720"/>
                  </a:lnTo>
                  <a:lnTo>
                    <a:pt x="1505508" y="424865"/>
                  </a:lnTo>
                  <a:lnTo>
                    <a:pt x="1516024" y="417995"/>
                  </a:lnTo>
                  <a:lnTo>
                    <a:pt x="1519504" y="415264"/>
                  </a:lnTo>
                  <a:lnTo>
                    <a:pt x="1526095" y="410108"/>
                  </a:lnTo>
                  <a:lnTo>
                    <a:pt x="1554530" y="378409"/>
                  </a:lnTo>
                  <a:lnTo>
                    <a:pt x="1576171" y="325742"/>
                  </a:lnTo>
                  <a:lnTo>
                    <a:pt x="1578889" y="296062"/>
                  </a:lnTo>
                  <a:lnTo>
                    <a:pt x="1577428" y="274294"/>
                  </a:lnTo>
                  <a:lnTo>
                    <a:pt x="1573060" y="253644"/>
                  </a:lnTo>
                  <a:lnTo>
                    <a:pt x="1565783" y="234137"/>
                  </a:lnTo>
                  <a:lnTo>
                    <a:pt x="1555584" y="215785"/>
                  </a:lnTo>
                  <a:lnTo>
                    <a:pt x="1614957" y="215785"/>
                  </a:lnTo>
                  <a:lnTo>
                    <a:pt x="1614957" y="411581"/>
                  </a:lnTo>
                  <a:lnTo>
                    <a:pt x="1671904" y="411581"/>
                  </a:lnTo>
                  <a:lnTo>
                    <a:pt x="1906371" y="411594"/>
                  </a:lnTo>
                  <a:lnTo>
                    <a:pt x="2003018" y="411581"/>
                  </a:lnTo>
                  <a:lnTo>
                    <a:pt x="2021903" y="421360"/>
                  </a:lnTo>
                  <a:lnTo>
                    <a:pt x="2043887" y="428371"/>
                  </a:lnTo>
                  <a:lnTo>
                    <a:pt x="2068893" y="432587"/>
                  </a:lnTo>
                  <a:lnTo>
                    <a:pt x="2096846" y="433997"/>
                  </a:lnTo>
                  <a:lnTo>
                    <a:pt x="2097595" y="433997"/>
                  </a:lnTo>
                  <a:lnTo>
                    <a:pt x="2147620" y="420001"/>
                  </a:lnTo>
                  <a:lnTo>
                    <a:pt x="2162594" y="411581"/>
                  </a:lnTo>
                  <a:lnTo>
                    <a:pt x="2262492" y="411581"/>
                  </a:lnTo>
                  <a:lnTo>
                    <a:pt x="2413101" y="411480"/>
                  </a:lnTo>
                  <a:lnTo>
                    <a:pt x="2771165" y="411594"/>
                  </a:lnTo>
                  <a:lnTo>
                    <a:pt x="2771165" y="382270"/>
                  </a:lnTo>
                  <a:lnTo>
                    <a:pt x="2771165" y="343357"/>
                  </a:lnTo>
                  <a:lnTo>
                    <a:pt x="2627566" y="343357"/>
                  </a:lnTo>
                  <a:lnTo>
                    <a:pt x="2586647" y="329996"/>
                  </a:lnTo>
                  <a:lnTo>
                    <a:pt x="2558199" y="295376"/>
                  </a:lnTo>
                  <a:lnTo>
                    <a:pt x="2552636" y="265557"/>
                  </a:lnTo>
                  <a:lnTo>
                    <a:pt x="2554033" y="249694"/>
                  </a:lnTo>
                  <a:lnTo>
                    <a:pt x="2575420" y="209931"/>
                  </a:lnTo>
                  <a:lnTo>
                    <a:pt x="2614841" y="188544"/>
                  </a:lnTo>
                  <a:lnTo>
                    <a:pt x="2630424" y="187147"/>
                  </a:lnTo>
                  <a:lnTo>
                    <a:pt x="2646248" y="188531"/>
                  </a:lnTo>
                  <a:lnTo>
                    <a:pt x="2685745" y="209613"/>
                  </a:lnTo>
                  <a:lnTo>
                    <a:pt x="2707411" y="249339"/>
                  </a:lnTo>
                  <a:lnTo>
                    <a:pt x="2708846" y="264934"/>
                  </a:lnTo>
                  <a:lnTo>
                    <a:pt x="2708846" y="279603"/>
                  </a:lnTo>
                  <a:lnTo>
                    <a:pt x="2779572" y="279603"/>
                  </a:lnTo>
                  <a:lnTo>
                    <a:pt x="2779572" y="2630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algn="ctr"/>
              <a:endParaRPr dirty="0"/>
            </a:p>
          </p:txBody>
        </p:sp>
        <p:pic>
          <p:nvPicPr>
            <p:cNvPr id="53" name="object 41">
              <a:extLst>
                <a:ext uri="{FF2B5EF4-FFF2-40B4-BE49-F238E27FC236}">
                  <a16:creationId xmlns:a16="http://schemas.microsoft.com/office/drawing/2014/main" id="{CEB3BBAF-22C0-0D3E-390A-8F57E393A037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097339" y="3243808"/>
              <a:ext cx="209181" cy="209168"/>
            </a:xfrm>
            <a:prstGeom prst="rect">
              <a:avLst/>
            </a:prstGeom>
          </p:spPr>
        </p:pic>
        <p:sp>
          <p:nvSpPr>
            <p:cNvPr id="54" name="object 42">
              <a:extLst>
                <a:ext uri="{FF2B5EF4-FFF2-40B4-BE49-F238E27FC236}">
                  <a16:creationId xmlns:a16="http://schemas.microsoft.com/office/drawing/2014/main" id="{D723345F-06C9-86FD-3F1F-52BE0C8B3E82}"/>
                </a:ext>
              </a:extLst>
            </p:cNvPr>
            <p:cNvSpPr/>
            <p:nvPr/>
          </p:nvSpPr>
          <p:spPr>
            <a:xfrm>
              <a:off x="4726785" y="4011118"/>
              <a:ext cx="1272540" cy="115570"/>
            </a:xfrm>
            <a:custGeom>
              <a:avLst/>
              <a:gdLst/>
              <a:ahLst/>
              <a:cxnLst/>
              <a:rect l="l" t="t" r="r" b="b"/>
              <a:pathLst>
                <a:path w="1272539" h="115570">
                  <a:moveTo>
                    <a:pt x="521487" y="115354"/>
                  </a:moveTo>
                  <a:lnTo>
                    <a:pt x="466128" y="12"/>
                  </a:lnTo>
                  <a:lnTo>
                    <a:pt x="53086" y="12"/>
                  </a:lnTo>
                  <a:lnTo>
                    <a:pt x="0" y="115354"/>
                  </a:lnTo>
                  <a:lnTo>
                    <a:pt x="521487" y="115354"/>
                  </a:lnTo>
                  <a:close/>
                </a:path>
                <a:path w="1272539" h="115570">
                  <a:moveTo>
                    <a:pt x="1272349" y="115341"/>
                  </a:moveTo>
                  <a:lnTo>
                    <a:pt x="1210881" y="0"/>
                  </a:lnTo>
                  <a:lnTo>
                    <a:pt x="664603" y="0"/>
                  </a:lnTo>
                  <a:lnTo>
                    <a:pt x="719988" y="115341"/>
                  </a:lnTo>
                  <a:lnTo>
                    <a:pt x="1272349" y="1153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28754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63" r:id="rId3"/>
    <p:sldLayoutId id="2147483664" r:id="rId4"/>
    <p:sldLayoutId id="2147483678" r:id="rId5"/>
    <p:sldLayoutId id="2147483679" r:id="rId6"/>
    <p:sldLayoutId id="2147483665" r:id="rId7"/>
    <p:sldLayoutId id="2147483674" r:id="rId8"/>
    <p:sldLayoutId id="2147483667" r:id="rId9"/>
    <p:sldLayoutId id="2147483676" r:id="rId10"/>
    <p:sldLayoutId id="2147483677" r:id="rId11"/>
    <p:sldLayoutId id="2147483668" r:id="rId12"/>
    <p:sldLayoutId id="2147483675" r:id="rId13"/>
    <p:sldLayoutId id="2147483671" r:id="rId14"/>
    <p:sldLayoutId id="2147483672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8E1ED-7B4E-A68A-1794-0EE2631DB83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24000" y="4881563"/>
            <a:ext cx="9144000" cy="23876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Voice-to-Writing Robot Project</a:t>
            </a:r>
          </a:p>
        </p:txBody>
      </p:sp>
    </p:spTree>
    <p:extLst>
      <p:ext uri="{BB962C8B-B14F-4D97-AF65-F5344CB8AC3E}">
        <p14:creationId xmlns:p14="http://schemas.microsoft.com/office/powerpoint/2010/main" val="3452439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A4CAA3-A861-EB4C-9B11-1DD98F224E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l" rtl="0">
              <a:buNone/>
            </a:pPr>
            <a:r>
              <a:rPr lang="en-US" dirty="0"/>
              <a:t>The idea is to create a robot that can listen to a spoken word and write it on paper. This project will help you learn how robots can understand human voice and control their movements to do real tasks.</a:t>
            </a:r>
          </a:p>
          <a:p>
            <a:pPr algn="l" rtl="0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14B65-BC01-2620-D174-2147FF837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Voice-to-Writing Robot Project</a:t>
            </a:r>
          </a:p>
        </p:txBody>
      </p:sp>
    </p:spTree>
    <p:extLst>
      <p:ext uri="{BB962C8B-B14F-4D97-AF65-F5344CB8AC3E}">
        <p14:creationId xmlns:p14="http://schemas.microsoft.com/office/powerpoint/2010/main" val="1169457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7216D-37E9-F835-B375-C9535B5C9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258B2E-DD86-64D6-3B51-BD7E728EC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>
              <a:spcAft>
                <a:spcPts val="800"/>
              </a:spcAft>
            </a:pPr>
            <a:r>
              <a:rPr lang="en-US" dirty="0"/>
              <a:t>How the System Works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F93F28-B596-DF9C-97A4-1BCE067EF29E}"/>
              </a:ext>
            </a:extLst>
          </p:cNvPr>
          <p:cNvSpPr txBox="1"/>
          <p:nvPr/>
        </p:nvSpPr>
        <p:spPr>
          <a:xfrm rot="10800000">
            <a:off x="1654628" y="3918857"/>
            <a:ext cx="12008872" cy="2079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B145A5A-7599-34F8-771E-05DD727FE32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16065" y="2191829"/>
            <a:ext cx="10216392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🎙️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Voice Input</a:t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microphone connected to the Raspberry Pi captures the spoken word.</a:t>
            </a:r>
          </a:p>
          <a:p>
            <a:pPr marL="0" marR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🧠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AI Processing (Speech Recognition)</a:t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Raspberry Pi uses a Python-based AI model (like Google Speech Recognition or Whisper) to convert speech into text.</a:t>
            </a:r>
          </a:p>
          <a:p>
            <a:pPr marL="0" marR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🔄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Communication</a:t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Raspberry Pi sends the recognized word to the Arduino Uno through serial communication (USB or GPIO TX/RX pins).</a:t>
            </a:r>
          </a:p>
          <a:p>
            <a:pPr marL="0" marR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✍️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Robotic Movement</a:t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Arduino interprets the text as a command and moves the servo motors to write the word on paper.</a:t>
            </a:r>
          </a:p>
        </p:txBody>
      </p:sp>
    </p:spTree>
    <p:extLst>
      <p:ext uri="{BB962C8B-B14F-4D97-AF65-F5344CB8AC3E}">
        <p14:creationId xmlns:p14="http://schemas.microsoft.com/office/powerpoint/2010/main" val="3718204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A6EA4-5CC3-964A-2B65-667C8950D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085DED-11C6-AD7D-B623-8415882C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Typical Timeline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FD022B-03B2-03FF-2B20-F5576C0F9F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943602"/>
              </p:ext>
            </p:extLst>
          </p:nvPr>
        </p:nvGraphicFramePr>
        <p:xfrm>
          <a:off x="838200" y="2446813"/>
          <a:ext cx="10515600" cy="3272643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9310821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7519307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16172008"/>
                    </a:ext>
                  </a:extLst>
                </a:gridCol>
              </a:tblGrid>
              <a:tr h="385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4316962"/>
                  </a:ext>
                </a:extLst>
              </a:tr>
              <a:tr h="673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Hardware setup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 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</a:rPr>
                        <a:t>Assemble components and test wiring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930852"/>
                  </a:ext>
                </a:extLst>
              </a:tr>
              <a:tr h="385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AI speech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 weeks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Set up Python code on Raspberry 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6538254"/>
                  </a:ext>
                </a:extLst>
              </a:tr>
              <a:tr h="673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</a:rPr>
                        <a:t>Serial communication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</a:rPr>
                        <a:t>1 week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</a:rPr>
                        <a:t>Ensure correct data transfer to Arduino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7572803"/>
                  </a:ext>
                </a:extLst>
              </a:tr>
              <a:tr h="385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</a:rPr>
                        <a:t>Motor control and writing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 weeks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Program servo movements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2839821"/>
                  </a:ext>
                </a:extLst>
              </a:tr>
              <a:tr h="385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</a:rPr>
                        <a:t>Testing and refinement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 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Fine-tune accuracy and timing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511556"/>
                  </a:ext>
                </a:extLst>
              </a:tr>
              <a:tr h="385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Total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8 weeks (~2 months)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5425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282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3E03A-28D1-69E2-D490-8F5ACAC92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376F55-228F-A1BE-C278-648A10982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Team Roles Example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DF4920-8071-5812-86A5-ABD9D237A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923712"/>
              </p:ext>
            </p:extLst>
          </p:nvPr>
        </p:nvGraphicFramePr>
        <p:xfrm>
          <a:off x="838200" y="2615475"/>
          <a:ext cx="10515600" cy="2798352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3951514">
                  <a:extLst>
                    <a:ext uri="{9D8B030D-6E8A-4147-A177-3AD203B41FA5}">
                      <a16:colId xmlns:a16="http://schemas.microsoft.com/office/drawing/2014/main" val="742422995"/>
                    </a:ext>
                  </a:extLst>
                </a:gridCol>
                <a:gridCol w="6564086">
                  <a:extLst>
                    <a:ext uri="{9D8B030D-6E8A-4147-A177-3AD203B41FA5}">
                      <a16:colId xmlns:a16="http://schemas.microsoft.com/office/drawing/2014/main" val="785818824"/>
                    </a:ext>
                  </a:extLst>
                </a:gridCol>
              </a:tblGrid>
              <a:tr h="4663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Responsibility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7406398"/>
                  </a:ext>
                </a:extLst>
              </a:tr>
              <a:tr h="4663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AI Developer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Handles speech recognition and text processing on Raspberry 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0029109"/>
                  </a:ext>
                </a:extLst>
              </a:tr>
              <a:tr h="4663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Arduino Programmer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Develops servo control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305221"/>
                  </a:ext>
                </a:extLst>
              </a:tr>
              <a:tr h="4663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Electronics Engineer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Connects hardware and ensures power stability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7453102"/>
                  </a:ext>
                </a:extLst>
              </a:tr>
              <a:tr h="4663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Mechanical Designer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Designs or builds the writing mechanism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6604556"/>
                  </a:ext>
                </a:extLst>
              </a:tr>
              <a:tr h="4663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Project Leader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Coordinates the team and documents progress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8822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6788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5C126-C199-A0A3-4CFB-3B9EAEC87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8D8519-D3FE-C5C5-EAA3-C83DBDFE8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Main Electronic Components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FCA622F-E9F6-C88E-EB05-1538B4A4A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441776"/>
              </p:ext>
            </p:extLst>
          </p:nvPr>
        </p:nvGraphicFramePr>
        <p:xfrm>
          <a:off x="838200" y="2240711"/>
          <a:ext cx="10515600" cy="3840480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17405543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1699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64582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7621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Raspberry Pi 4 (or 3B+)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For AI and speech recognition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674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Micro SD Card (32 GB or more)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For Raspberry Pi 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5249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USB Microphone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To capture voice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6904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Arduino Uno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To control the robotic arm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248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USB Cable (Type A to B)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Connects Arduino to Raspberry 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625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Breadboard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For circuit prototyping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230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Jumper Wires (Male-Male, Male-Female)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 pack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For connections between components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309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Power Adapter (5V 3A for Raspberry Pi)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Required for stable operation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1810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2622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F6A7-BBDD-602C-532F-4CEA69AF6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EDE712-9C3C-A4A5-F340-AE671AEF5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Mechanical and Robotic Parts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574BD03-19D2-2CE9-82FE-7B8A568D7D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40490"/>
              </p:ext>
            </p:extLst>
          </p:nvPr>
        </p:nvGraphicFramePr>
        <p:xfrm>
          <a:off x="644221" y="2621698"/>
          <a:ext cx="10515600" cy="2468880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2390523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962652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22601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4161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Servo Motors (SG90 or MG996R)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3–4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/>
                        <a:t>Control X, Y, Z movement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1427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Robotic Arm Frame (Acrylic or Aluminum)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Can be DIY or purchased ready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6285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Pen Holder Attachment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To hold a pen for writing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81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Paper Platform / Writing Surface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Stable base for writing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787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Screws, Nuts, and Mounting Tools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Several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To assemble the arm and servos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4190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7477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8FC00-E5B5-10AC-057A-E8060F2D8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BD77B50-5E8A-C56A-1F3D-0A44EC99EF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152208"/>
              </p:ext>
            </p:extLst>
          </p:nvPr>
        </p:nvGraphicFramePr>
        <p:xfrm>
          <a:off x="838200" y="3132614"/>
          <a:ext cx="10515600" cy="1737360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8737996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118553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889729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6401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Servo Power Supply (5–6V, 2–3A)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Separate supply for motors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0184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Power Distribution Board (optional)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For safe power delivery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8246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Switch or Button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To start/stop the writing process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2687913"/>
                  </a:ext>
                </a:extLst>
              </a:tr>
            </a:tbl>
          </a:graphicData>
        </a:graphic>
      </p:graphicFrame>
      <p:sp>
        <p:nvSpPr>
          <p:cNvPr id="9" name="Title 2">
            <a:extLst>
              <a:ext uri="{FF2B5EF4-FFF2-40B4-BE49-F238E27FC236}">
                <a16:creationId xmlns:a16="http://schemas.microsoft.com/office/drawing/2014/main" id="{15183A5A-74C7-D120-0015-D07238EFA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065" y="1138545"/>
            <a:ext cx="10515600" cy="1325563"/>
          </a:xfrm>
        </p:spPr>
        <p:txBody>
          <a:bodyPr/>
          <a:lstStyle/>
          <a:p>
            <a:pPr algn="l" rtl="0"/>
            <a:r>
              <a:rPr lang="en-US" dirty="0"/>
              <a:t>Power and Connectivity</a:t>
            </a:r>
          </a:p>
        </p:txBody>
      </p:sp>
    </p:spTree>
    <p:extLst>
      <p:ext uri="{BB962C8B-B14F-4D97-AF65-F5344CB8AC3E}">
        <p14:creationId xmlns:p14="http://schemas.microsoft.com/office/powerpoint/2010/main" val="2640308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D89CF6-2BBC-F0BA-590B-F4709CAB8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Software Tools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FDD3FE-9907-5419-6F55-531D03BE7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638860"/>
              </p:ext>
            </p:extLst>
          </p:nvPr>
        </p:nvGraphicFramePr>
        <p:xfrm>
          <a:off x="722085" y="2464108"/>
          <a:ext cx="10515600" cy="2194560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94705347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175638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Software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9804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Raspberry Pi OS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Operating system for the 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799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Python 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Programming AI and communication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2825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Arduino IDE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Coding and uploading Arduino sketches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1814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Libraries: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SpeechRecognition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PyAudio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pySerial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For voice recognition and serial communication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1052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Servo Library (Arduino)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To control servo motors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4071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3757742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slide al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ARABIC.pptx [Read-Only]" id="{F8691BA0-0B1B-473C-A4D2-90A68B326E84}" vid="{E14841B0-5322-44D5-AF2E-14A1575DA24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PPARABIC</Template>
  <TotalTime>74</TotalTime>
  <Words>508</Words>
  <Application>Microsoft Office PowerPoint</Application>
  <PresentationFormat>Widescreen</PresentationFormat>
  <Paragraphs>118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Poppins</vt:lpstr>
      <vt:lpstr>Symbol</vt:lpstr>
      <vt:lpstr>master slide ale</vt:lpstr>
      <vt:lpstr>Voice-to-Writing Robot Project</vt:lpstr>
      <vt:lpstr>Voice-to-Writing Robot Project</vt:lpstr>
      <vt:lpstr>How the System Works</vt:lpstr>
      <vt:lpstr>Typical Timeline</vt:lpstr>
      <vt:lpstr>Team Roles Example</vt:lpstr>
      <vt:lpstr>Main Electronic Components</vt:lpstr>
      <vt:lpstr>Mechanical and Robotic Parts</vt:lpstr>
      <vt:lpstr>Power and Connectivity</vt:lpstr>
      <vt:lpstr>Software 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Mostafa Hazim</dc:creator>
  <cp:lastModifiedBy>Mostafa Hazim</cp:lastModifiedBy>
  <cp:revision>1</cp:revision>
  <dcterms:created xsi:type="dcterms:W3CDTF">2025-10-27T10:00:17Z</dcterms:created>
  <dcterms:modified xsi:type="dcterms:W3CDTF">2025-10-27T11:15:10Z</dcterms:modified>
</cp:coreProperties>
</file>